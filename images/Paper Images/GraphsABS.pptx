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4855"/>
    <a:srgbClr val="96607A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96" autoAdjust="0"/>
  </p:normalViewPr>
  <p:slideViewPr>
    <p:cSldViewPr snapToGrid="0">
      <p:cViewPr varScale="1">
        <p:scale>
          <a:sx n="61" d="100"/>
          <a:sy n="61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1804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69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260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571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7081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5116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612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977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36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864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804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3A7D-6CB5-48C8-A1FB-DB3C62BE9F51}" type="datetimeFigureOut">
              <a:rPr lang="pt-PT" smtClean="0"/>
              <a:t>18/06/2026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A1753-3B12-484A-A6C5-21FB9E03DC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01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A60E9915-D665-D642-A4AC-66CD3F609A77}"/>
              </a:ext>
            </a:extLst>
          </p:cNvPr>
          <p:cNvGrpSpPr/>
          <p:nvPr/>
        </p:nvGrpSpPr>
        <p:grpSpPr>
          <a:xfrm>
            <a:off x="-98709" y="0"/>
            <a:ext cx="9316359" cy="9144000"/>
            <a:chOff x="-98709" y="0"/>
            <a:chExt cx="9316359" cy="9144000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B6AC10B7-AE57-F433-64EF-1F02F29F2E0A}"/>
                </a:ext>
              </a:extLst>
            </p:cNvPr>
            <p:cNvSpPr/>
            <p:nvPr/>
          </p:nvSpPr>
          <p:spPr>
            <a:xfrm>
              <a:off x="0" y="0"/>
              <a:ext cx="9144000" cy="914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" name="Oval 8">
              <a:extLst>
                <a:ext uri="{FF2B5EF4-FFF2-40B4-BE49-F238E27FC236}">
                  <a16:creationId xmlns:a16="http://schemas.microsoft.com/office/drawing/2014/main" id="{422AA00B-EC6C-39D9-F763-5B6664DD919A}"/>
                </a:ext>
              </a:extLst>
            </p:cNvPr>
            <p:cNvSpPr/>
            <p:nvPr/>
          </p:nvSpPr>
          <p:spPr>
            <a:xfrm rot="18643648" flipH="1">
              <a:off x="73692" y="359894"/>
              <a:ext cx="4316409" cy="4046099"/>
            </a:xfrm>
            <a:custGeom>
              <a:avLst/>
              <a:gdLst>
                <a:gd name="csX0" fmla="*/ 0 w 16439869"/>
                <a:gd name="csY0" fmla="*/ 5261153 h 10522305"/>
                <a:gd name="csX1" fmla="*/ 8219935 w 16439869"/>
                <a:gd name="csY1" fmla="*/ 0 h 10522305"/>
                <a:gd name="csX2" fmla="*/ 16439870 w 16439869"/>
                <a:gd name="csY2" fmla="*/ 5261153 h 10522305"/>
                <a:gd name="csX3" fmla="*/ 8219935 w 16439869"/>
                <a:gd name="csY3" fmla="*/ 10522306 h 10522305"/>
                <a:gd name="csX4" fmla="*/ 0 w 16439869"/>
                <a:gd name="csY4" fmla="*/ 5261153 h 105223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439869" h="10522305" fill="none" extrusionOk="0">
                  <a:moveTo>
                    <a:pt x="0" y="5261153"/>
                  </a:moveTo>
                  <a:cubicBezTo>
                    <a:pt x="568402" y="2541892"/>
                    <a:pt x="4733796" y="319174"/>
                    <a:pt x="8219935" y="0"/>
                  </a:cubicBezTo>
                  <a:cubicBezTo>
                    <a:pt x="12730573" y="641087"/>
                    <a:pt x="17011639" y="2256205"/>
                    <a:pt x="16439870" y="5261153"/>
                  </a:cubicBezTo>
                  <a:cubicBezTo>
                    <a:pt x="15636909" y="8458141"/>
                    <a:pt x="12828975" y="10412410"/>
                    <a:pt x="8219935" y="10522306"/>
                  </a:cubicBezTo>
                  <a:cubicBezTo>
                    <a:pt x="3655727" y="11135803"/>
                    <a:pt x="151439" y="8038747"/>
                    <a:pt x="0" y="5261153"/>
                  </a:cubicBezTo>
                  <a:close/>
                </a:path>
                <a:path w="16439869" h="10522305" stroke="0" extrusionOk="0">
                  <a:moveTo>
                    <a:pt x="0" y="5261153"/>
                  </a:moveTo>
                  <a:cubicBezTo>
                    <a:pt x="-596853" y="2412949"/>
                    <a:pt x="3705797" y="223442"/>
                    <a:pt x="8219935" y="0"/>
                  </a:cubicBezTo>
                  <a:cubicBezTo>
                    <a:pt x="12688671" y="135835"/>
                    <a:pt x="15864337" y="2653094"/>
                    <a:pt x="16439870" y="5261153"/>
                  </a:cubicBezTo>
                  <a:cubicBezTo>
                    <a:pt x="16540402" y="7725937"/>
                    <a:pt x="12147862" y="11213278"/>
                    <a:pt x="8219935" y="10522306"/>
                  </a:cubicBezTo>
                  <a:cubicBezTo>
                    <a:pt x="3503920" y="11072286"/>
                    <a:pt x="-403298" y="8857721"/>
                    <a:pt x="0" y="5261153"/>
                  </a:cubicBezTo>
                  <a:close/>
                </a:path>
              </a:pathLst>
            </a:custGeom>
            <a:solidFill>
              <a:srgbClr val="FAE6F9"/>
            </a:solidFill>
            <a:ln w="76200" cmpd="sng">
              <a:solidFill>
                <a:srgbClr val="96607A"/>
              </a:solidFill>
              <a:extLst>
                <a:ext uri="{C807C97D-BFC1-408E-A445-0C87EB9F89A2}">
                  <ask:lineSketchStyleProps xmlns:ask="http://schemas.microsoft.com/office/drawing/2018/sketchyshapes" sd="285666640">
                    <a:custGeom>
                      <a:avLst/>
                      <a:gdLst>
                        <a:gd name="connsiteX0" fmla="*/ 0 w 4316409"/>
                        <a:gd name="connsiteY0" fmla="*/ 2023049 h 4046099"/>
                        <a:gd name="connsiteX1" fmla="*/ 2158204 w 4316409"/>
                        <a:gd name="connsiteY1" fmla="*/ 0 h 4046099"/>
                        <a:gd name="connsiteX2" fmla="*/ 4316409 w 4316409"/>
                        <a:gd name="connsiteY2" fmla="*/ 2023049 h 4046099"/>
                        <a:gd name="connsiteX3" fmla="*/ 2158204 w 4316409"/>
                        <a:gd name="connsiteY3" fmla="*/ 4046099 h 4046099"/>
                        <a:gd name="connsiteX4" fmla="*/ 0 w 4316409"/>
                        <a:gd name="connsiteY4" fmla="*/ 2023049 h 4046099"/>
                        <a:gd name="connsiteX0" fmla="*/ 0 w 4316409"/>
                        <a:gd name="connsiteY0" fmla="*/ 2023049 h 4046099"/>
                        <a:gd name="connsiteX1" fmla="*/ 2158204 w 4316409"/>
                        <a:gd name="connsiteY1" fmla="*/ 0 h 4046099"/>
                        <a:gd name="connsiteX2" fmla="*/ 4316409 w 4316409"/>
                        <a:gd name="connsiteY2" fmla="*/ 2023049 h 4046099"/>
                        <a:gd name="connsiteX3" fmla="*/ 2158204 w 4316409"/>
                        <a:gd name="connsiteY3" fmla="*/ 4046099 h 4046099"/>
                        <a:gd name="connsiteX4" fmla="*/ 0 w 4316409"/>
                        <a:gd name="connsiteY4" fmla="*/ 2023049 h 40460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316409" h="4046099" fill="none" extrusionOk="0">
                          <a:moveTo>
                            <a:pt x="0" y="2023049"/>
                          </a:moveTo>
                          <a:cubicBezTo>
                            <a:pt x="247796" y="1009743"/>
                            <a:pt x="1466770" y="190550"/>
                            <a:pt x="2158204" y="0"/>
                          </a:cubicBezTo>
                          <a:cubicBezTo>
                            <a:pt x="3329608" y="530575"/>
                            <a:pt x="4775705" y="813878"/>
                            <a:pt x="4316409" y="2023049"/>
                          </a:cubicBezTo>
                          <a:cubicBezTo>
                            <a:pt x="3955573" y="3306802"/>
                            <a:pt x="3439907" y="3890345"/>
                            <a:pt x="2158204" y="4046099"/>
                          </a:cubicBezTo>
                          <a:cubicBezTo>
                            <a:pt x="947739" y="4585441"/>
                            <a:pt x="90163" y="3048484"/>
                            <a:pt x="0" y="2023049"/>
                          </a:cubicBezTo>
                          <a:close/>
                        </a:path>
                        <a:path w="4316409" h="4046099" stroke="0" extrusionOk="0">
                          <a:moveTo>
                            <a:pt x="0" y="2023049"/>
                          </a:moveTo>
                          <a:cubicBezTo>
                            <a:pt x="-137206" y="1154473"/>
                            <a:pt x="950231" y="37306"/>
                            <a:pt x="2158204" y="0"/>
                          </a:cubicBezTo>
                          <a:cubicBezTo>
                            <a:pt x="3272212" y="-16876"/>
                            <a:pt x="4301408" y="1119842"/>
                            <a:pt x="4316409" y="2023049"/>
                          </a:cubicBezTo>
                          <a:cubicBezTo>
                            <a:pt x="4147878" y="2971217"/>
                            <a:pt x="3109940" y="4364775"/>
                            <a:pt x="2158204" y="4046099"/>
                          </a:cubicBezTo>
                          <a:cubicBezTo>
                            <a:pt x="868937" y="4302520"/>
                            <a:pt x="5673" y="3476776"/>
                            <a:pt x="0" y="2023049"/>
                          </a:cubicBezTo>
                          <a:close/>
                        </a:path>
                        <a:path w="4316409" h="4046099" fill="none" stroke="0" extrusionOk="0">
                          <a:moveTo>
                            <a:pt x="0" y="2023049"/>
                          </a:moveTo>
                          <a:cubicBezTo>
                            <a:pt x="78223" y="984259"/>
                            <a:pt x="1263544" y="302923"/>
                            <a:pt x="2158204" y="0"/>
                          </a:cubicBezTo>
                          <a:cubicBezTo>
                            <a:pt x="3313909" y="301216"/>
                            <a:pt x="4415500" y="893956"/>
                            <a:pt x="4316409" y="2023049"/>
                          </a:cubicBezTo>
                          <a:cubicBezTo>
                            <a:pt x="4117933" y="3198221"/>
                            <a:pt x="3220782" y="4170491"/>
                            <a:pt x="2158204" y="4046099"/>
                          </a:cubicBezTo>
                          <a:cubicBezTo>
                            <a:pt x="941400" y="4339532"/>
                            <a:pt x="-120593" y="3365818"/>
                            <a:pt x="0" y="2023049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Oval 9">
              <a:extLst>
                <a:ext uri="{FF2B5EF4-FFF2-40B4-BE49-F238E27FC236}">
                  <a16:creationId xmlns:a16="http://schemas.microsoft.com/office/drawing/2014/main" id="{D9BD0E98-B105-F7A6-BB09-D18D410159A9}"/>
                </a:ext>
              </a:extLst>
            </p:cNvPr>
            <p:cNvSpPr/>
            <p:nvPr/>
          </p:nvSpPr>
          <p:spPr>
            <a:xfrm rot="1505445" flipH="1">
              <a:off x="1653133" y="1604913"/>
              <a:ext cx="1269037" cy="1457123"/>
            </a:xfrm>
            <a:custGeom>
              <a:avLst/>
              <a:gdLst>
                <a:gd name="csX0" fmla="*/ 0 w 4155532"/>
                <a:gd name="csY0" fmla="*/ 1973991 h 3947982"/>
                <a:gd name="csX1" fmla="*/ 2077766 w 4155532"/>
                <a:gd name="csY1" fmla="*/ 0 h 3947982"/>
                <a:gd name="csX2" fmla="*/ 4155532 w 4155532"/>
                <a:gd name="csY2" fmla="*/ 1973991 h 3947982"/>
                <a:gd name="csX3" fmla="*/ 2077766 w 4155532"/>
                <a:gd name="csY3" fmla="*/ 3947982 h 3947982"/>
                <a:gd name="csX4" fmla="*/ 0 w 4155532"/>
                <a:gd name="csY4" fmla="*/ 1973991 h 39479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55532" h="3947982" fill="none" extrusionOk="0">
                  <a:moveTo>
                    <a:pt x="0" y="1973991"/>
                  </a:moveTo>
                  <a:cubicBezTo>
                    <a:pt x="166" y="843623"/>
                    <a:pt x="689164" y="-83045"/>
                    <a:pt x="2077766" y="0"/>
                  </a:cubicBezTo>
                  <a:cubicBezTo>
                    <a:pt x="3291631" y="66705"/>
                    <a:pt x="4028130" y="721790"/>
                    <a:pt x="4155532" y="1973991"/>
                  </a:cubicBezTo>
                  <a:cubicBezTo>
                    <a:pt x="4201019" y="2944688"/>
                    <a:pt x="3359403" y="3983927"/>
                    <a:pt x="2077766" y="3947982"/>
                  </a:cubicBezTo>
                  <a:cubicBezTo>
                    <a:pt x="902336" y="3789342"/>
                    <a:pt x="-100526" y="2869066"/>
                    <a:pt x="0" y="1973991"/>
                  </a:cubicBezTo>
                  <a:close/>
                </a:path>
                <a:path w="4155532" h="3947982" stroke="0" extrusionOk="0">
                  <a:moveTo>
                    <a:pt x="0" y="1973991"/>
                  </a:moveTo>
                  <a:cubicBezTo>
                    <a:pt x="-50355" y="743015"/>
                    <a:pt x="907190" y="-279813"/>
                    <a:pt x="2077766" y="0"/>
                  </a:cubicBezTo>
                  <a:cubicBezTo>
                    <a:pt x="3061435" y="-39685"/>
                    <a:pt x="4054848" y="902750"/>
                    <a:pt x="4155532" y="1973991"/>
                  </a:cubicBezTo>
                  <a:cubicBezTo>
                    <a:pt x="4230995" y="3223838"/>
                    <a:pt x="3387056" y="3880782"/>
                    <a:pt x="2077766" y="3947982"/>
                  </a:cubicBezTo>
                  <a:cubicBezTo>
                    <a:pt x="1032071" y="3952800"/>
                    <a:pt x="8570" y="3162114"/>
                    <a:pt x="0" y="1973991"/>
                  </a:cubicBezTo>
                  <a:close/>
                </a:path>
              </a:pathLst>
            </a:custGeom>
            <a:solidFill>
              <a:srgbClr val="B78FA2"/>
            </a:solidFill>
            <a:ln w="76200">
              <a:solidFill>
                <a:srgbClr val="96607A"/>
              </a:solidFill>
              <a:extLst>
                <a:ext uri="{C807C97D-BFC1-408E-A445-0C87EB9F89A2}">
                  <ask:lineSketchStyleProps xmlns:ask="http://schemas.microsoft.com/office/drawing/2018/sketchyshapes" sd="264327539">
                    <a:custGeom>
                      <a:avLst/>
                      <a:gdLst>
                        <a:gd name="connsiteX0" fmla="*/ 0 w 1269037"/>
                        <a:gd name="connsiteY0" fmla="*/ 728561 h 1457123"/>
                        <a:gd name="connsiteX1" fmla="*/ 634518 w 1269037"/>
                        <a:gd name="connsiteY1" fmla="*/ 0 h 1457123"/>
                        <a:gd name="connsiteX2" fmla="*/ 1269037 w 1269037"/>
                        <a:gd name="connsiteY2" fmla="*/ 728561 h 1457123"/>
                        <a:gd name="connsiteX3" fmla="*/ 634518 w 1269037"/>
                        <a:gd name="connsiteY3" fmla="*/ 1457123 h 1457123"/>
                        <a:gd name="connsiteX4" fmla="*/ 0 w 1269037"/>
                        <a:gd name="connsiteY4" fmla="*/ 728561 h 1457123"/>
                        <a:gd name="connsiteX0" fmla="*/ 0 w 1269037"/>
                        <a:gd name="connsiteY0" fmla="*/ 728561 h 1457123"/>
                        <a:gd name="connsiteX1" fmla="*/ 634518 w 1269037"/>
                        <a:gd name="connsiteY1" fmla="*/ 0 h 1457123"/>
                        <a:gd name="connsiteX2" fmla="*/ 1269037 w 1269037"/>
                        <a:gd name="connsiteY2" fmla="*/ 728561 h 1457123"/>
                        <a:gd name="connsiteX3" fmla="*/ 634518 w 1269037"/>
                        <a:gd name="connsiteY3" fmla="*/ 1457123 h 1457123"/>
                        <a:gd name="connsiteX4" fmla="*/ 0 w 1269037"/>
                        <a:gd name="connsiteY4" fmla="*/ 728561 h 14571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9037" h="1457123" fill="none" extrusionOk="0">
                          <a:moveTo>
                            <a:pt x="0" y="728561"/>
                          </a:moveTo>
                          <a:cubicBezTo>
                            <a:pt x="411" y="223982"/>
                            <a:pt x="168518" y="-45099"/>
                            <a:pt x="634518" y="0"/>
                          </a:cubicBezTo>
                          <a:cubicBezTo>
                            <a:pt x="1012673" y="32118"/>
                            <a:pt x="1187171" y="211774"/>
                            <a:pt x="1269037" y="728561"/>
                          </a:cubicBezTo>
                          <a:cubicBezTo>
                            <a:pt x="1301168" y="1038903"/>
                            <a:pt x="1066838" y="1481358"/>
                            <a:pt x="634518" y="1457123"/>
                          </a:cubicBezTo>
                          <a:cubicBezTo>
                            <a:pt x="266308" y="1345994"/>
                            <a:pt x="-68175" y="986174"/>
                            <a:pt x="0" y="728561"/>
                          </a:cubicBezTo>
                          <a:close/>
                        </a:path>
                        <a:path w="1269037" h="1457123" stroke="0" extrusionOk="0">
                          <a:moveTo>
                            <a:pt x="0" y="728561"/>
                          </a:moveTo>
                          <a:cubicBezTo>
                            <a:pt x="42984" y="222451"/>
                            <a:pt x="272008" y="-122883"/>
                            <a:pt x="634518" y="0"/>
                          </a:cubicBezTo>
                          <a:cubicBezTo>
                            <a:pt x="908556" y="252"/>
                            <a:pt x="1229287" y="362907"/>
                            <a:pt x="1269037" y="728561"/>
                          </a:cubicBezTo>
                          <a:cubicBezTo>
                            <a:pt x="1238478" y="1205027"/>
                            <a:pt x="1055329" y="1411065"/>
                            <a:pt x="634518" y="1457123"/>
                          </a:cubicBezTo>
                          <a:cubicBezTo>
                            <a:pt x="330840" y="1459360"/>
                            <a:pt x="-44623" y="1259757"/>
                            <a:pt x="0" y="728561"/>
                          </a:cubicBezTo>
                          <a:close/>
                        </a:path>
                        <a:path w="1269037" h="1457123" fill="none" stroke="0" extrusionOk="0">
                          <a:moveTo>
                            <a:pt x="0" y="728561"/>
                          </a:moveTo>
                          <a:cubicBezTo>
                            <a:pt x="-18838" y="258561"/>
                            <a:pt x="206212" y="-82197"/>
                            <a:pt x="634518" y="0"/>
                          </a:cubicBezTo>
                          <a:cubicBezTo>
                            <a:pt x="946404" y="10375"/>
                            <a:pt x="1174118" y="276948"/>
                            <a:pt x="1269037" y="728561"/>
                          </a:cubicBezTo>
                          <a:cubicBezTo>
                            <a:pt x="1296408" y="1115344"/>
                            <a:pt x="1050863" y="1460024"/>
                            <a:pt x="634518" y="1457123"/>
                          </a:cubicBezTo>
                          <a:cubicBezTo>
                            <a:pt x="309235" y="1400165"/>
                            <a:pt x="-24984" y="1124220"/>
                            <a:pt x="0" y="728561"/>
                          </a:cubicBez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Oval 10">
              <a:extLst>
                <a:ext uri="{FF2B5EF4-FFF2-40B4-BE49-F238E27FC236}">
                  <a16:creationId xmlns:a16="http://schemas.microsoft.com/office/drawing/2014/main" id="{AA37EEC2-82E0-4BF5-34C6-51A34AFAD56D}"/>
                </a:ext>
              </a:extLst>
            </p:cNvPr>
            <p:cNvSpPr/>
            <p:nvPr/>
          </p:nvSpPr>
          <p:spPr>
            <a:xfrm rot="20561511" flipH="1">
              <a:off x="2322565" y="1951508"/>
              <a:ext cx="352056" cy="447869"/>
            </a:xfrm>
            <a:custGeom>
              <a:avLst/>
              <a:gdLst>
                <a:gd name="csX0" fmla="*/ 0 w 1318709"/>
                <a:gd name="csY0" fmla="*/ 606736 h 1213472"/>
                <a:gd name="csX1" fmla="*/ 659355 w 1318709"/>
                <a:gd name="csY1" fmla="*/ 0 h 1213472"/>
                <a:gd name="csX2" fmla="*/ 1318710 w 1318709"/>
                <a:gd name="csY2" fmla="*/ 606736 h 1213472"/>
                <a:gd name="csX3" fmla="*/ 659355 w 1318709"/>
                <a:gd name="csY3" fmla="*/ 1213472 h 1213472"/>
                <a:gd name="csX4" fmla="*/ 0 w 1318709"/>
                <a:gd name="csY4" fmla="*/ 606736 h 1213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18709" h="1213472" fill="none" extrusionOk="0">
                  <a:moveTo>
                    <a:pt x="0" y="606736"/>
                  </a:moveTo>
                  <a:cubicBezTo>
                    <a:pt x="12065" y="265606"/>
                    <a:pt x="346306" y="27946"/>
                    <a:pt x="659355" y="0"/>
                  </a:cubicBezTo>
                  <a:cubicBezTo>
                    <a:pt x="1026679" y="7236"/>
                    <a:pt x="1315949" y="291962"/>
                    <a:pt x="1318710" y="606736"/>
                  </a:cubicBezTo>
                  <a:cubicBezTo>
                    <a:pt x="1313910" y="961179"/>
                    <a:pt x="1054136" y="1197404"/>
                    <a:pt x="659355" y="1213472"/>
                  </a:cubicBezTo>
                  <a:cubicBezTo>
                    <a:pt x="280945" y="1225489"/>
                    <a:pt x="38269" y="997324"/>
                    <a:pt x="0" y="606736"/>
                  </a:cubicBezTo>
                  <a:close/>
                </a:path>
                <a:path w="1318709" h="1213472" stroke="0" extrusionOk="0">
                  <a:moveTo>
                    <a:pt x="0" y="606736"/>
                  </a:moveTo>
                  <a:cubicBezTo>
                    <a:pt x="41481" y="237585"/>
                    <a:pt x="318871" y="-11044"/>
                    <a:pt x="659355" y="0"/>
                  </a:cubicBezTo>
                  <a:cubicBezTo>
                    <a:pt x="969143" y="-27800"/>
                    <a:pt x="1329718" y="252985"/>
                    <a:pt x="1318710" y="606736"/>
                  </a:cubicBezTo>
                  <a:cubicBezTo>
                    <a:pt x="1355558" y="947629"/>
                    <a:pt x="1110264" y="1195328"/>
                    <a:pt x="659355" y="1213472"/>
                  </a:cubicBezTo>
                  <a:cubicBezTo>
                    <a:pt x="331613" y="1196006"/>
                    <a:pt x="31152" y="1015188"/>
                    <a:pt x="0" y="606736"/>
                  </a:cubicBezTo>
                  <a:close/>
                </a:path>
              </a:pathLst>
            </a:custGeom>
            <a:solidFill>
              <a:srgbClr val="96607A"/>
            </a:solidFill>
            <a:ln w="57150">
              <a:solidFill>
                <a:srgbClr val="96607A"/>
              </a:solidFill>
              <a:extLst>
                <a:ext uri="{C807C97D-BFC1-408E-A445-0C87EB9F89A2}">
                  <ask:lineSketchStyleProps xmlns:ask="http://schemas.microsoft.com/office/drawing/2018/sketchyshapes" sd="2258899052">
                    <a:custGeom>
                      <a:avLst/>
                      <a:gdLst>
                        <a:gd name="connsiteX0" fmla="*/ 0 w 352056"/>
                        <a:gd name="connsiteY0" fmla="*/ 223934 h 447869"/>
                        <a:gd name="connsiteX1" fmla="*/ 176028 w 352056"/>
                        <a:gd name="connsiteY1" fmla="*/ 0 h 447869"/>
                        <a:gd name="connsiteX2" fmla="*/ 352056 w 352056"/>
                        <a:gd name="connsiteY2" fmla="*/ 223934 h 447869"/>
                        <a:gd name="connsiteX3" fmla="*/ 176028 w 352056"/>
                        <a:gd name="connsiteY3" fmla="*/ 447869 h 447869"/>
                        <a:gd name="connsiteX4" fmla="*/ 0 w 352056"/>
                        <a:gd name="connsiteY4" fmla="*/ 223934 h 447869"/>
                        <a:gd name="connsiteX0" fmla="*/ 0 w 352056"/>
                        <a:gd name="connsiteY0" fmla="*/ 223934 h 447869"/>
                        <a:gd name="connsiteX1" fmla="*/ 176028 w 352056"/>
                        <a:gd name="connsiteY1" fmla="*/ 0 h 447869"/>
                        <a:gd name="connsiteX2" fmla="*/ 352056 w 352056"/>
                        <a:gd name="connsiteY2" fmla="*/ 223934 h 447869"/>
                        <a:gd name="connsiteX3" fmla="*/ 176028 w 352056"/>
                        <a:gd name="connsiteY3" fmla="*/ 447869 h 447869"/>
                        <a:gd name="connsiteX4" fmla="*/ 0 w 352056"/>
                        <a:gd name="connsiteY4" fmla="*/ 223934 h 4478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52056" h="447869" fill="none" extrusionOk="0">
                          <a:moveTo>
                            <a:pt x="0" y="223934"/>
                          </a:moveTo>
                          <a:cubicBezTo>
                            <a:pt x="13796" y="92736"/>
                            <a:pt x="105559" y="17481"/>
                            <a:pt x="176028" y="0"/>
                          </a:cubicBezTo>
                          <a:cubicBezTo>
                            <a:pt x="282659" y="22215"/>
                            <a:pt x="349297" y="122636"/>
                            <a:pt x="352056" y="223934"/>
                          </a:cubicBezTo>
                          <a:cubicBezTo>
                            <a:pt x="350198" y="357073"/>
                            <a:pt x="297638" y="433431"/>
                            <a:pt x="176028" y="447869"/>
                          </a:cubicBezTo>
                          <a:cubicBezTo>
                            <a:pt x="70052" y="456477"/>
                            <a:pt x="22888" y="386469"/>
                            <a:pt x="0" y="223934"/>
                          </a:cubicBezTo>
                          <a:close/>
                        </a:path>
                        <a:path w="352056" h="447869" stroke="0" extrusionOk="0">
                          <a:moveTo>
                            <a:pt x="0" y="223934"/>
                          </a:moveTo>
                          <a:cubicBezTo>
                            <a:pt x="12225" y="80061"/>
                            <a:pt x="85369" y="3513"/>
                            <a:pt x="176028" y="0"/>
                          </a:cubicBezTo>
                          <a:cubicBezTo>
                            <a:pt x="248175" y="20110"/>
                            <a:pt x="341742" y="72127"/>
                            <a:pt x="352056" y="223934"/>
                          </a:cubicBezTo>
                          <a:cubicBezTo>
                            <a:pt x="340652" y="341705"/>
                            <a:pt x="299362" y="453177"/>
                            <a:pt x="176028" y="447869"/>
                          </a:cubicBezTo>
                          <a:cubicBezTo>
                            <a:pt x="73828" y="458196"/>
                            <a:pt x="-1904" y="354956"/>
                            <a:pt x="0" y="223934"/>
                          </a:cubicBezTo>
                          <a:close/>
                        </a:path>
                        <a:path w="352056" h="447869" fill="none" stroke="0" extrusionOk="0">
                          <a:moveTo>
                            <a:pt x="0" y="223934"/>
                          </a:moveTo>
                          <a:cubicBezTo>
                            <a:pt x="18406" y="85560"/>
                            <a:pt x="94630" y="9298"/>
                            <a:pt x="176028" y="0"/>
                          </a:cubicBezTo>
                          <a:cubicBezTo>
                            <a:pt x="265268" y="-1842"/>
                            <a:pt x="360254" y="92611"/>
                            <a:pt x="352056" y="223934"/>
                          </a:cubicBezTo>
                          <a:cubicBezTo>
                            <a:pt x="373538" y="358337"/>
                            <a:pt x="285029" y="441184"/>
                            <a:pt x="176028" y="447869"/>
                          </a:cubicBezTo>
                          <a:cubicBezTo>
                            <a:pt x="88671" y="445747"/>
                            <a:pt x="15517" y="380576"/>
                            <a:pt x="0" y="223934"/>
                          </a:cubicBez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" name="Group 42">
              <a:extLst>
                <a:ext uri="{FF2B5EF4-FFF2-40B4-BE49-F238E27FC236}">
                  <a16:creationId xmlns:a16="http://schemas.microsoft.com/office/drawing/2014/main" id="{4E73CF14-7ED2-36B8-C635-88BB98F9CC18}"/>
                </a:ext>
              </a:extLst>
            </p:cNvPr>
            <p:cNvGrpSpPr/>
            <p:nvPr/>
          </p:nvGrpSpPr>
          <p:grpSpPr>
            <a:xfrm rot="17919434" flipH="1">
              <a:off x="1144521" y="3185476"/>
              <a:ext cx="566596" cy="364139"/>
              <a:chOff x="11466383" y="10389681"/>
              <a:chExt cx="802345" cy="692009"/>
            </a:xfrm>
            <a:solidFill>
              <a:srgbClr val="D0CBED"/>
            </a:solidFill>
          </p:grpSpPr>
          <p:sp>
            <p:nvSpPr>
              <p:cNvPr id="8" name="Oval 138">
                <a:extLst>
                  <a:ext uri="{FF2B5EF4-FFF2-40B4-BE49-F238E27FC236}">
                    <a16:creationId xmlns:a16="http://schemas.microsoft.com/office/drawing/2014/main" id="{7B875D53-B16D-64E0-BB6D-917A5F789295}"/>
                  </a:ext>
                </a:extLst>
              </p:cNvPr>
              <p:cNvSpPr/>
              <p:nvPr/>
            </p:nvSpPr>
            <p:spPr>
              <a:xfrm rot="6385228">
                <a:off x="11709917" y="10908161"/>
                <a:ext cx="127000" cy="165100"/>
              </a:xfrm>
              <a:custGeom>
                <a:avLst/>
                <a:gdLst>
                  <a:gd name="csX0" fmla="*/ 0 w 127000"/>
                  <a:gd name="csY0" fmla="*/ 82550 h 165100"/>
                  <a:gd name="csX1" fmla="*/ 63500 w 127000"/>
                  <a:gd name="csY1" fmla="*/ 0 h 165100"/>
                  <a:gd name="csX2" fmla="*/ 127000 w 127000"/>
                  <a:gd name="csY2" fmla="*/ 82550 h 165100"/>
                  <a:gd name="csX3" fmla="*/ 63500 w 127000"/>
                  <a:gd name="csY3" fmla="*/ 165100 h 165100"/>
                  <a:gd name="csX4" fmla="*/ 0 w 127000"/>
                  <a:gd name="csY4" fmla="*/ 82550 h 16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7000" h="165100" fill="none" extrusionOk="0">
                    <a:moveTo>
                      <a:pt x="0" y="82550"/>
                    </a:moveTo>
                    <a:cubicBezTo>
                      <a:pt x="4713" y="39902"/>
                      <a:pt x="29584" y="266"/>
                      <a:pt x="63500" y="0"/>
                    </a:cubicBezTo>
                    <a:cubicBezTo>
                      <a:pt x="104190" y="-3448"/>
                      <a:pt x="128342" y="40343"/>
                      <a:pt x="127000" y="82550"/>
                    </a:cubicBezTo>
                    <a:cubicBezTo>
                      <a:pt x="133275" y="128235"/>
                      <a:pt x="95358" y="161064"/>
                      <a:pt x="63500" y="165100"/>
                    </a:cubicBezTo>
                    <a:cubicBezTo>
                      <a:pt x="38612" y="163576"/>
                      <a:pt x="-3924" y="126281"/>
                      <a:pt x="0" y="82550"/>
                    </a:cubicBezTo>
                    <a:close/>
                  </a:path>
                  <a:path w="127000" h="165100" stroke="0" extrusionOk="0">
                    <a:moveTo>
                      <a:pt x="0" y="82550"/>
                    </a:moveTo>
                    <a:cubicBezTo>
                      <a:pt x="-4639" y="38934"/>
                      <a:pt x="34823" y="4180"/>
                      <a:pt x="63500" y="0"/>
                    </a:cubicBezTo>
                    <a:cubicBezTo>
                      <a:pt x="99583" y="-1052"/>
                      <a:pt x="123674" y="37480"/>
                      <a:pt x="127000" y="82550"/>
                    </a:cubicBezTo>
                    <a:cubicBezTo>
                      <a:pt x="123645" y="129799"/>
                      <a:pt x="94015" y="158090"/>
                      <a:pt x="63500" y="165100"/>
                    </a:cubicBezTo>
                    <a:cubicBezTo>
                      <a:pt x="28682" y="161195"/>
                      <a:pt x="-1644" y="126573"/>
                      <a:pt x="0" y="8255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781262624">
                      <a:custGeom>
                        <a:avLst/>
                        <a:gdLst>
                          <a:gd name="connsiteX0" fmla="*/ 0 w 66828"/>
                          <a:gd name="connsiteY0" fmla="*/ 58294 h 116589"/>
                          <a:gd name="connsiteX1" fmla="*/ 33414 w 66828"/>
                          <a:gd name="connsiteY1" fmla="*/ 0 h 116589"/>
                          <a:gd name="connsiteX2" fmla="*/ 66828 w 66828"/>
                          <a:gd name="connsiteY2" fmla="*/ 58294 h 116589"/>
                          <a:gd name="connsiteX3" fmla="*/ 33414 w 66828"/>
                          <a:gd name="connsiteY3" fmla="*/ 116589 h 116589"/>
                          <a:gd name="connsiteX4" fmla="*/ 0 w 66828"/>
                          <a:gd name="connsiteY4" fmla="*/ 58294 h 116589"/>
                          <a:gd name="connsiteX0" fmla="*/ 0 w 66828"/>
                          <a:gd name="connsiteY0" fmla="*/ 58294 h 116589"/>
                          <a:gd name="connsiteX1" fmla="*/ 33414 w 66828"/>
                          <a:gd name="connsiteY1" fmla="*/ 0 h 116589"/>
                          <a:gd name="connsiteX2" fmla="*/ 66828 w 66828"/>
                          <a:gd name="connsiteY2" fmla="*/ 58294 h 116589"/>
                          <a:gd name="connsiteX3" fmla="*/ 33414 w 66828"/>
                          <a:gd name="connsiteY3" fmla="*/ 116589 h 116589"/>
                          <a:gd name="connsiteX4" fmla="*/ 0 w 66828"/>
                          <a:gd name="connsiteY4" fmla="*/ 58294 h 11658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6828" h="116589" fill="none" extrusionOk="0">
                            <a:moveTo>
                              <a:pt x="0" y="58294"/>
                            </a:moveTo>
                            <a:cubicBezTo>
                              <a:pt x="3985" y="29117"/>
                              <a:pt x="18993" y="977"/>
                              <a:pt x="33414" y="0"/>
                            </a:cubicBezTo>
                            <a:cubicBezTo>
                              <a:pt x="59040" y="-5021"/>
                              <a:pt x="69173" y="32620"/>
                              <a:pt x="66828" y="58294"/>
                            </a:cubicBezTo>
                            <a:cubicBezTo>
                              <a:pt x="71724" y="90579"/>
                              <a:pt x="47791" y="110740"/>
                              <a:pt x="33414" y="116589"/>
                            </a:cubicBezTo>
                            <a:cubicBezTo>
                              <a:pt x="23746" y="114999"/>
                              <a:pt x="-3145" y="88664"/>
                              <a:pt x="0" y="58294"/>
                            </a:cubicBezTo>
                            <a:close/>
                          </a:path>
                          <a:path w="66828" h="116589" stroke="0" extrusionOk="0">
                            <a:moveTo>
                              <a:pt x="0" y="58294"/>
                            </a:moveTo>
                            <a:cubicBezTo>
                              <a:pt x="132" y="27363"/>
                              <a:pt x="18948" y="694"/>
                              <a:pt x="33414" y="0"/>
                            </a:cubicBezTo>
                            <a:cubicBezTo>
                              <a:pt x="50554" y="900"/>
                              <a:pt x="62687" y="19941"/>
                              <a:pt x="66828" y="58294"/>
                            </a:cubicBezTo>
                            <a:cubicBezTo>
                              <a:pt x="65328" y="90025"/>
                              <a:pt x="50616" y="109277"/>
                              <a:pt x="33414" y="116589"/>
                            </a:cubicBezTo>
                            <a:cubicBezTo>
                              <a:pt x="14005" y="114306"/>
                              <a:pt x="653" y="87590"/>
                              <a:pt x="0" y="58294"/>
                            </a:cubicBezTo>
                            <a:close/>
                          </a:path>
                          <a:path w="66828" h="116589" fill="none" stroke="0" extrusionOk="0">
                            <a:moveTo>
                              <a:pt x="0" y="58294"/>
                            </a:moveTo>
                            <a:cubicBezTo>
                              <a:pt x="89" y="29195"/>
                              <a:pt x="18834" y="2323"/>
                              <a:pt x="33414" y="0"/>
                            </a:cubicBezTo>
                            <a:cubicBezTo>
                              <a:pt x="59579" y="-7376"/>
                              <a:pt x="65728" y="28772"/>
                              <a:pt x="66828" y="58294"/>
                            </a:cubicBezTo>
                            <a:cubicBezTo>
                              <a:pt x="66492" y="92352"/>
                              <a:pt x="48017" y="110413"/>
                              <a:pt x="33414" y="116589"/>
                            </a:cubicBezTo>
                            <a:cubicBezTo>
                              <a:pt x="20522" y="112348"/>
                              <a:pt x="-3783" y="87537"/>
                              <a:pt x="0" y="58294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139">
                <a:extLst>
                  <a:ext uri="{FF2B5EF4-FFF2-40B4-BE49-F238E27FC236}">
                    <a16:creationId xmlns:a16="http://schemas.microsoft.com/office/drawing/2014/main" id="{0827315B-D258-B43B-2F29-6684D43E3508}"/>
                  </a:ext>
                </a:extLst>
              </p:cNvPr>
              <p:cNvSpPr/>
              <p:nvPr/>
            </p:nvSpPr>
            <p:spPr>
              <a:xfrm rot="5769310">
                <a:off x="11618883" y="10371681"/>
                <a:ext cx="144000" cy="180000"/>
              </a:xfrm>
              <a:custGeom>
                <a:avLst/>
                <a:gdLst>
                  <a:gd name="csX0" fmla="*/ 0 w 144000"/>
                  <a:gd name="csY0" fmla="*/ 90000 h 180000"/>
                  <a:gd name="csX1" fmla="*/ 72000 w 144000"/>
                  <a:gd name="csY1" fmla="*/ 0 h 180000"/>
                  <a:gd name="csX2" fmla="*/ 144000 w 144000"/>
                  <a:gd name="csY2" fmla="*/ 90000 h 180000"/>
                  <a:gd name="csX3" fmla="*/ 72000 w 144000"/>
                  <a:gd name="csY3" fmla="*/ 180000 h 180000"/>
                  <a:gd name="csX4" fmla="*/ 0 w 144000"/>
                  <a:gd name="csY4" fmla="*/ 90000 h 18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4000" h="180000" fill="none" extrusionOk="0">
                    <a:moveTo>
                      <a:pt x="0" y="90000"/>
                    </a:moveTo>
                    <a:cubicBezTo>
                      <a:pt x="8070" y="35802"/>
                      <a:pt x="33481" y="851"/>
                      <a:pt x="72000" y="0"/>
                    </a:cubicBezTo>
                    <a:cubicBezTo>
                      <a:pt x="109068" y="-7156"/>
                      <a:pt x="137293" y="34805"/>
                      <a:pt x="144000" y="90000"/>
                    </a:cubicBezTo>
                    <a:cubicBezTo>
                      <a:pt x="139238" y="141261"/>
                      <a:pt x="110122" y="180741"/>
                      <a:pt x="72000" y="180000"/>
                    </a:cubicBezTo>
                    <a:cubicBezTo>
                      <a:pt x="25441" y="173719"/>
                      <a:pt x="-2254" y="141997"/>
                      <a:pt x="0" y="90000"/>
                    </a:cubicBezTo>
                    <a:close/>
                  </a:path>
                  <a:path w="144000" h="180000" stroke="0" extrusionOk="0">
                    <a:moveTo>
                      <a:pt x="0" y="90000"/>
                    </a:moveTo>
                    <a:cubicBezTo>
                      <a:pt x="-1048" y="41449"/>
                      <a:pt x="33510" y="620"/>
                      <a:pt x="72000" y="0"/>
                    </a:cubicBezTo>
                    <a:cubicBezTo>
                      <a:pt x="103202" y="-2253"/>
                      <a:pt x="144534" y="35826"/>
                      <a:pt x="144000" y="90000"/>
                    </a:cubicBezTo>
                    <a:cubicBezTo>
                      <a:pt x="140330" y="136502"/>
                      <a:pt x="114849" y="180353"/>
                      <a:pt x="72000" y="180000"/>
                    </a:cubicBezTo>
                    <a:cubicBezTo>
                      <a:pt x="28841" y="180080"/>
                      <a:pt x="6240" y="139357"/>
                      <a:pt x="0" y="9000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864466342">
                      <a:custGeom>
                        <a:avLst/>
                        <a:gdLst>
                          <a:gd name="connsiteX0" fmla="*/ 0 w 75774"/>
                          <a:gd name="connsiteY0" fmla="*/ 63556 h 127112"/>
                          <a:gd name="connsiteX1" fmla="*/ 37886 w 75774"/>
                          <a:gd name="connsiteY1" fmla="*/ 0 h 127112"/>
                          <a:gd name="connsiteX2" fmla="*/ 75773 w 75774"/>
                          <a:gd name="connsiteY2" fmla="*/ 63556 h 127112"/>
                          <a:gd name="connsiteX3" fmla="*/ 37886 w 75774"/>
                          <a:gd name="connsiteY3" fmla="*/ 127112 h 127112"/>
                          <a:gd name="connsiteX4" fmla="*/ 0 w 75774"/>
                          <a:gd name="connsiteY4" fmla="*/ 63556 h 127112"/>
                          <a:gd name="connsiteX0" fmla="*/ 0 w 75774"/>
                          <a:gd name="connsiteY0" fmla="*/ 63556 h 127112"/>
                          <a:gd name="connsiteX1" fmla="*/ 37886 w 75774"/>
                          <a:gd name="connsiteY1" fmla="*/ 0 h 127112"/>
                          <a:gd name="connsiteX2" fmla="*/ 75773 w 75774"/>
                          <a:gd name="connsiteY2" fmla="*/ 63556 h 127112"/>
                          <a:gd name="connsiteX3" fmla="*/ 37886 w 75774"/>
                          <a:gd name="connsiteY3" fmla="*/ 127112 h 127112"/>
                          <a:gd name="connsiteX4" fmla="*/ 0 w 75774"/>
                          <a:gd name="connsiteY4" fmla="*/ 63556 h 12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5774" h="127112" fill="none" extrusionOk="0">
                            <a:moveTo>
                              <a:pt x="0" y="63556"/>
                            </a:moveTo>
                            <a:cubicBezTo>
                              <a:pt x="8268" y="23043"/>
                              <a:pt x="18373" y="1116"/>
                              <a:pt x="37886" y="0"/>
                            </a:cubicBezTo>
                            <a:cubicBezTo>
                              <a:pt x="54739" y="-12091"/>
                              <a:pt x="67200" y="20450"/>
                              <a:pt x="75773" y="63556"/>
                            </a:cubicBezTo>
                            <a:cubicBezTo>
                              <a:pt x="69445" y="101003"/>
                              <a:pt x="55900" y="128558"/>
                              <a:pt x="37886" y="127112"/>
                            </a:cubicBezTo>
                            <a:cubicBezTo>
                              <a:pt x="10123" y="119659"/>
                              <a:pt x="-3713" y="102842"/>
                              <a:pt x="0" y="63556"/>
                            </a:cubicBezTo>
                            <a:close/>
                          </a:path>
                          <a:path w="75774" h="127112" stroke="0" extrusionOk="0">
                            <a:moveTo>
                              <a:pt x="0" y="63556"/>
                            </a:moveTo>
                            <a:cubicBezTo>
                              <a:pt x="-5083" y="29549"/>
                              <a:pt x="19630" y="-1682"/>
                              <a:pt x="37886" y="0"/>
                            </a:cubicBezTo>
                            <a:cubicBezTo>
                              <a:pt x="48506" y="0"/>
                              <a:pt x="70896" y="28299"/>
                              <a:pt x="75773" y="63556"/>
                            </a:cubicBezTo>
                            <a:cubicBezTo>
                              <a:pt x="71755" y="97737"/>
                              <a:pt x="61592" y="127127"/>
                              <a:pt x="37886" y="127112"/>
                            </a:cubicBezTo>
                            <a:cubicBezTo>
                              <a:pt x="20287" y="126976"/>
                              <a:pt x="-3270" y="99242"/>
                              <a:pt x="0" y="63556"/>
                            </a:cubicBezTo>
                            <a:close/>
                          </a:path>
                          <a:path w="75774" h="127112" fill="none" stroke="0" extrusionOk="0">
                            <a:moveTo>
                              <a:pt x="0" y="63556"/>
                            </a:moveTo>
                            <a:cubicBezTo>
                              <a:pt x="2952" y="26708"/>
                              <a:pt x="19667" y="1597"/>
                              <a:pt x="37886" y="0"/>
                            </a:cubicBezTo>
                            <a:cubicBezTo>
                              <a:pt x="54265" y="-5877"/>
                              <a:pt x="72872" y="19321"/>
                              <a:pt x="75773" y="63556"/>
                            </a:cubicBezTo>
                            <a:cubicBezTo>
                              <a:pt x="70250" y="97120"/>
                              <a:pt x="59358" y="127797"/>
                              <a:pt x="37886" y="127112"/>
                            </a:cubicBezTo>
                            <a:cubicBezTo>
                              <a:pt x="10584" y="122742"/>
                              <a:pt x="-386" y="100230"/>
                              <a:pt x="0" y="63556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140">
                <a:extLst>
                  <a:ext uri="{FF2B5EF4-FFF2-40B4-BE49-F238E27FC236}">
                    <a16:creationId xmlns:a16="http://schemas.microsoft.com/office/drawing/2014/main" id="{CCF0E55A-17E4-9EBD-7C91-866BB74C6D8B}"/>
                  </a:ext>
                </a:extLst>
              </p:cNvPr>
              <p:cNvSpPr/>
              <p:nvPr/>
            </p:nvSpPr>
            <p:spPr>
              <a:xfrm rot="14327717">
                <a:off x="11876407" y="10442256"/>
                <a:ext cx="127000" cy="165100"/>
              </a:xfrm>
              <a:custGeom>
                <a:avLst/>
                <a:gdLst>
                  <a:gd name="csX0" fmla="*/ 0 w 127000"/>
                  <a:gd name="csY0" fmla="*/ 82550 h 165100"/>
                  <a:gd name="csX1" fmla="*/ 63500 w 127000"/>
                  <a:gd name="csY1" fmla="*/ 0 h 165100"/>
                  <a:gd name="csX2" fmla="*/ 127000 w 127000"/>
                  <a:gd name="csY2" fmla="*/ 82550 h 165100"/>
                  <a:gd name="csX3" fmla="*/ 63500 w 127000"/>
                  <a:gd name="csY3" fmla="*/ 165100 h 165100"/>
                  <a:gd name="csX4" fmla="*/ 0 w 127000"/>
                  <a:gd name="csY4" fmla="*/ 82550 h 16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7000" h="165100" fill="none" extrusionOk="0">
                    <a:moveTo>
                      <a:pt x="0" y="82550"/>
                    </a:moveTo>
                    <a:cubicBezTo>
                      <a:pt x="2617" y="37818"/>
                      <a:pt x="29752" y="513"/>
                      <a:pt x="63500" y="0"/>
                    </a:cubicBezTo>
                    <a:cubicBezTo>
                      <a:pt x="98004" y="-6208"/>
                      <a:pt x="131010" y="39461"/>
                      <a:pt x="127000" y="82550"/>
                    </a:cubicBezTo>
                    <a:cubicBezTo>
                      <a:pt x="132622" y="125536"/>
                      <a:pt x="101138" y="170225"/>
                      <a:pt x="63500" y="165100"/>
                    </a:cubicBezTo>
                    <a:cubicBezTo>
                      <a:pt x="36356" y="171238"/>
                      <a:pt x="1347" y="125774"/>
                      <a:pt x="0" y="82550"/>
                    </a:cubicBezTo>
                    <a:close/>
                  </a:path>
                  <a:path w="127000" h="165100" stroke="0" extrusionOk="0">
                    <a:moveTo>
                      <a:pt x="0" y="82550"/>
                    </a:moveTo>
                    <a:cubicBezTo>
                      <a:pt x="148" y="39436"/>
                      <a:pt x="24394" y="-839"/>
                      <a:pt x="63500" y="0"/>
                    </a:cubicBezTo>
                    <a:cubicBezTo>
                      <a:pt x="96164" y="-1963"/>
                      <a:pt x="121999" y="35758"/>
                      <a:pt x="127000" y="82550"/>
                    </a:cubicBezTo>
                    <a:cubicBezTo>
                      <a:pt x="122819" y="134616"/>
                      <a:pt x="101820" y="165270"/>
                      <a:pt x="63500" y="165100"/>
                    </a:cubicBezTo>
                    <a:cubicBezTo>
                      <a:pt x="22892" y="163060"/>
                      <a:pt x="124" y="121505"/>
                      <a:pt x="0" y="8255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343261054">
                      <a:custGeom>
                        <a:avLst/>
                        <a:gdLst>
                          <a:gd name="connsiteX0" fmla="*/ 0 w 66828"/>
                          <a:gd name="connsiteY0" fmla="*/ 58294 h 116589"/>
                          <a:gd name="connsiteX1" fmla="*/ 33414 w 66828"/>
                          <a:gd name="connsiteY1" fmla="*/ 0 h 116589"/>
                          <a:gd name="connsiteX2" fmla="*/ 66828 w 66828"/>
                          <a:gd name="connsiteY2" fmla="*/ 58294 h 116589"/>
                          <a:gd name="connsiteX3" fmla="*/ 33414 w 66828"/>
                          <a:gd name="connsiteY3" fmla="*/ 116589 h 116589"/>
                          <a:gd name="connsiteX4" fmla="*/ 0 w 66828"/>
                          <a:gd name="connsiteY4" fmla="*/ 58294 h 116589"/>
                          <a:gd name="connsiteX0" fmla="*/ 0 w 66828"/>
                          <a:gd name="connsiteY0" fmla="*/ 58294 h 116589"/>
                          <a:gd name="connsiteX1" fmla="*/ 33414 w 66828"/>
                          <a:gd name="connsiteY1" fmla="*/ 0 h 116589"/>
                          <a:gd name="connsiteX2" fmla="*/ 66828 w 66828"/>
                          <a:gd name="connsiteY2" fmla="*/ 58294 h 116589"/>
                          <a:gd name="connsiteX3" fmla="*/ 33414 w 66828"/>
                          <a:gd name="connsiteY3" fmla="*/ 116589 h 116589"/>
                          <a:gd name="connsiteX4" fmla="*/ 0 w 66828"/>
                          <a:gd name="connsiteY4" fmla="*/ 58294 h 11658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6828" h="116589" fill="none" extrusionOk="0">
                            <a:moveTo>
                              <a:pt x="0" y="58294"/>
                            </a:moveTo>
                            <a:cubicBezTo>
                              <a:pt x="2532" y="27085"/>
                              <a:pt x="17693" y="1153"/>
                              <a:pt x="33414" y="0"/>
                            </a:cubicBezTo>
                            <a:cubicBezTo>
                              <a:pt x="51149" y="-9009"/>
                              <a:pt x="70556" y="28876"/>
                              <a:pt x="66828" y="58294"/>
                            </a:cubicBezTo>
                            <a:cubicBezTo>
                              <a:pt x="70718" y="88218"/>
                              <a:pt x="53863" y="121493"/>
                              <a:pt x="33414" y="116589"/>
                            </a:cubicBezTo>
                            <a:cubicBezTo>
                              <a:pt x="22489" y="123524"/>
                              <a:pt x="2518" y="85638"/>
                              <a:pt x="0" y="58294"/>
                            </a:cubicBezTo>
                            <a:close/>
                          </a:path>
                          <a:path w="66828" h="116589" stroke="0" extrusionOk="0">
                            <a:moveTo>
                              <a:pt x="0" y="58294"/>
                            </a:moveTo>
                            <a:cubicBezTo>
                              <a:pt x="-2147" y="27948"/>
                              <a:pt x="12605" y="603"/>
                              <a:pt x="33414" y="0"/>
                            </a:cubicBezTo>
                            <a:cubicBezTo>
                              <a:pt x="55297" y="-5295"/>
                              <a:pt x="66707" y="24674"/>
                              <a:pt x="66828" y="58294"/>
                            </a:cubicBezTo>
                            <a:cubicBezTo>
                              <a:pt x="63495" y="97854"/>
                              <a:pt x="57285" y="114957"/>
                              <a:pt x="33414" y="116589"/>
                            </a:cubicBezTo>
                            <a:cubicBezTo>
                              <a:pt x="12127" y="112279"/>
                              <a:pt x="960" y="82165"/>
                              <a:pt x="0" y="58294"/>
                            </a:cubicBezTo>
                            <a:close/>
                          </a:path>
                          <a:path w="66828" h="116589" fill="none" stroke="0" extrusionOk="0">
                            <a:moveTo>
                              <a:pt x="0" y="58294"/>
                            </a:moveTo>
                            <a:cubicBezTo>
                              <a:pt x="1534" y="29322"/>
                              <a:pt x="13068" y="-176"/>
                              <a:pt x="33414" y="0"/>
                            </a:cubicBezTo>
                            <a:cubicBezTo>
                              <a:pt x="45749" y="-9133"/>
                              <a:pt x="63547" y="26571"/>
                              <a:pt x="66828" y="58294"/>
                            </a:cubicBezTo>
                            <a:cubicBezTo>
                              <a:pt x="68267" y="91003"/>
                              <a:pt x="55849" y="120346"/>
                              <a:pt x="33414" y="116589"/>
                            </a:cubicBezTo>
                            <a:cubicBezTo>
                              <a:pt x="17930" y="120481"/>
                              <a:pt x="747" y="86742"/>
                              <a:pt x="0" y="58294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41">
                <a:extLst>
                  <a:ext uri="{FF2B5EF4-FFF2-40B4-BE49-F238E27FC236}">
                    <a16:creationId xmlns:a16="http://schemas.microsoft.com/office/drawing/2014/main" id="{23606358-6F73-C7BC-E1B5-E6D062D46A10}"/>
                  </a:ext>
                </a:extLst>
              </p:cNvPr>
              <p:cNvSpPr/>
              <p:nvPr/>
            </p:nvSpPr>
            <p:spPr>
              <a:xfrm>
                <a:off x="11932864" y="10741365"/>
                <a:ext cx="127000" cy="165100"/>
              </a:xfrm>
              <a:custGeom>
                <a:avLst/>
                <a:gdLst>
                  <a:gd name="csX0" fmla="*/ 0 w 127000"/>
                  <a:gd name="csY0" fmla="*/ 82550 h 165100"/>
                  <a:gd name="csX1" fmla="*/ 63500 w 127000"/>
                  <a:gd name="csY1" fmla="*/ 0 h 165100"/>
                  <a:gd name="csX2" fmla="*/ 127000 w 127000"/>
                  <a:gd name="csY2" fmla="*/ 82550 h 165100"/>
                  <a:gd name="csX3" fmla="*/ 63500 w 127000"/>
                  <a:gd name="csY3" fmla="*/ 165100 h 165100"/>
                  <a:gd name="csX4" fmla="*/ 0 w 127000"/>
                  <a:gd name="csY4" fmla="*/ 82550 h 16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7000" h="165100" fill="none" extrusionOk="0">
                    <a:moveTo>
                      <a:pt x="0" y="82550"/>
                    </a:moveTo>
                    <a:cubicBezTo>
                      <a:pt x="-2400" y="40410"/>
                      <a:pt x="31089" y="1861"/>
                      <a:pt x="63500" y="0"/>
                    </a:cubicBezTo>
                    <a:cubicBezTo>
                      <a:pt x="101663" y="-2970"/>
                      <a:pt x="126566" y="29802"/>
                      <a:pt x="127000" y="82550"/>
                    </a:cubicBezTo>
                    <a:cubicBezTo>
                      <a:pt x="129111" y="127722"/>
                      <a:pt x="99331" y="162175"/>
                      <a:pt x="63500" y="165100"/>
                    </a:cubicBezTo>
                    <a:cubicBezTo>
                      <a:pt x="31698" y="175270"/>
                      <a:pt x="175" y="125682"/>
                      <a:pt x="0" y="82550"/>
                    </a:cubicBezTo>
                    <a:close/>
                  </a:path>
                  <a:path w="127000" h="165100" stroke="0" extrusionOk="0">
                    <a:moveTo>
                      <a:pt x="0" y="82550"/>
                    </a:moveTo>
                    <a:cubicBezTo>
                      <a:pt x="-1488" y="38136"/>
                      <a:pt x="36812" y="1629"/>
                      <a:pt x="63500" y="0"/>
                    </a:cubicBezTo>
                    <a:cubicBezTo>
                      <a:pt x="95661" y="-3463"/>
                      <a:pt x="129202" y="32622"/>
                      <a:pt x="127000" y="82550"/>
                    </a:cubicBezTo>
                    <a:cubicBezTo>
                      <a:pt x="128328" y="129001"/>
                      <a:pt x="97544" y="164407"/>
                      <a:pt x="63500" y="165100"/>
                    </a:cubicBezTo>
                    <a:cubicBezTo>
                      <a:pt x="30901" y="162383"/>
                      <a:pt x="-3479" y="136385"/>
                      <a:pt x="0" y="8255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302522493">
                      <a:custGeom>
                        <a:avLst/>
                        <a:gdLst>
                          <a:gd name="connsiteX0" fmla="*/ 0 w 89684"/>
                          <a:gd name="connsiteY0" fmla="*/ 43438 h 86877"/>
                          <a:gd name="connsiteX1" fmla="*/ 44842 w 89684"/>
                          <a:gd name="connsiteY1" fmla="*/ 0 h 86877"/>
                          <a:gd name="connsiteX2" fmla="*/ 89684 w 89684"/>
                          <a:gd name="connsiteY2" fmla="*/ 43438 h 86877"/>
                          <a:gd name="connsiteX3" fmla="*/ 44842 w 89684"/>
                          <a:gd name="connsiteY3" fmla="*/ 86876 h 86877"/>
                          <a:gd name="connsiteX4" fmla="*/ 0 w 89684"/>
                          <a:gd name="connsiteY4" fmla="*/ 43438 h 86877"/>
                          <a:gd name="connsiteX0" fmla="*/ 0 w 89684"/>
                          <a:gd name="connsiteY0" fmla="*/ 43438 h 86877"/>
                          <a:gd name="connsiteX1" fmla="*/ 44842 w 89684"/>
                          <a:gd name="connsiteY1" fmla="*/ 0 h 86877"/>
                          <a:gd name="connsiteX2" fmla="*/ 89684 w 89684"/>
                          <a:gd name="connsiteY2" fmla="*/ 43438 h 86877"/>
                          <a:gd name="connsiteX3" fmla="*/ 44842 w 89684"/>
                          <a:gd name="connsiteY3" fmla="*/ 86876 h 86877"/>
                          <a:gd name="connsiteX4" fmla="*/ 0 w 89684"/>
                          <a:gd name="connsiteY4" fmla="*/ 43438 h 868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9684" h="86877" fill="none" extrusionOk="0">
                            <a:moveTo>
                              <a:pt x="0" y="43438"/>
                            </a:moveTo>
                            <a:cubicBezTo>
                              <a:pt x="-4887" y="25854"/>
                              <a:pt x="23737" y="2227"/>
                              <a:pt x="44842" y="0"/>
                            </a:cubicBezTo>
                            <a:cubicBezTo>
                              <a:pt x="74643" y="-4302"/>
                              <a:pt x="89245" y="13502"/>
                              <a:pt x="89684" y="43438"/>
                            </a:cubicBezTo>
                            <a:cubicBezTo>
                              <a:pt x="92422" y="66960"/>
                              <a:pt x="70429" y="84241"/>
                              <a:pt x="44842" y="86876"/>
                            </a:cubicBezTo>
                            <a:cubicBezTo>
                              <a:pt x="23347" y="95224"/>
                              <a:pt x="392" y="62362"/>
                              <a:pt x="0" y="43438"/>
                            </a:cubicBezTo>
                            <a:close/>
                          </a:path>
                          <a:path w="89684" h="86877" stroke="0" extrusionOk="0">
                            <a:moveTo>
                              <a:pt x="0" y="43438"/>
                            </a:moveTo>
                            <a:cubicBezTo>
                              <a:pt x="-1430" y="21500"/>
                              <a:pt x="23202" y="-1172"/>
                              <a:pt x="44842" y="0"/>
                            </a:cubicBezTo>
                            <a:cubicBezTo>
                              <a:pt x="67178" y="-7750"/>
                              <a:pt x="97439" y="17502"/>
                              <a:pt x="89684" y="43438"/>
                            </a:cubicBezTo>
                            <a:cubicBezTo>
                              <a:pt x="88638" y="65048"/>
                              <a:pt x="67179" y="86087"/>
                              <a:pt x="44842" y="86876"/>
                            </a:cubicBezTo>
                            <a:cubicBezTo>
                              <a:pt x="24200" y="85035"/>
                              <a:pt x="-3905" y="77430"/>
                              <a:pt x="0" y="43438"/>
                            </a:cubicBezTo>
                            <a:close/>
                          </a:path>
                          <a:path w="89684" h="86877" fill="none" stroke="0" extrusionOk="0">
                            <a:moveTo>
                              <a:pt x="0" y="43438"/>
                            </a:moveTo>
                            <a:cubicBezTo>
                              <a:pt x="-5242" y="24069"/>
                              <a:pt x="25198" y="1609"/>
                              <a:pt x="44842" y="0"/>
                            </a:cubicBezTo>
                            <a:cubicBezTo>
                              <a:pt x="68163" y="-5883"/>
                              <a:pt x="90003" y="14448"/>
                              <a:pt x="89684" y="43438"/>
                            </a:cubicBezTo>
                            <a:cubicBezTo>
                              <a:pt x="94694" y="69487"/>
                              <a:pt x="65765" y="82378"/>
                              <a:pt x="44842" y="86876"/>
                            </a:cubicBezTo>
                            <a:cubicBezTo>
                              <a:pt x="25701" y="88581"/>
                              <a:pt x="-465" y="67527"/>
                              <a:pt x="0" y="43438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42">
                <a:extLst>
                  <a:ext uri="{FF2B5EF4-FFF2-40B4-BE49-F238E27FC236}">
                    <a16:creationId xmlns:a16="http://schemas.microsoft.com/office/drawing/2014/main" id="{86A5215D-BE94-BA12-0E9F-2FDD6EA07AB9}"/>
                  </a:ext>
                </a:extLst>
              </p:cNvPr>
              <p:cNvSpPr/>
              <p:nvPr/>
            </p:nvSpPr>
            <p:spPr>
              <a:xfrm rot="20157102">
                <a:off x="11610340" y="10609580"/>
                <a:ext cx="127000" cy="165100"/>
              </a:xfrm>
              <a:custGeom>
                <a:avLst/>
                <a:gdLst>
                  <a:gd name="csX0" fmla="*/ 0 w 127000"/>
                  <a:gd name="csY0" fmla="*/ 82550 h 165100"/>
                  <a:gd name="csX1" fmla="*/ 63500 w 127000"/>
                  <a:gd name="csY1" fmla="*/ 0 h 165100"/>
                  <a:gd name="csX2" fmla="*/ 127000 w 127000"/>
                  <a:gd name="csY2" fmla="*/ 82550 h 165100"/>
                  <a:gd name="csX3" fmla="*/ 63500 w 127000"/>
                  <a:gd name="csY3" fmla="*/ 165100 h 165100"/>
                  <a:gd name="csX4" fmla="*/ 0 w 127000"/>
                  <a:gd name="csY4" fmla="*/ 82550 h 16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7000" h="165100" fill="none" extrusionOk="0">
                    <a:moveTo>
                      <a:pt x="0" y="82550"/>
                    </a:moveTo>
                    <a:cubicBezTo>
                      <a:pt x="-1828" y="37144"/>
                      <a:pt x="26672" y="6189"/>
                      <a:pt x="63500" y="0"/>
                    </a:cubicBezTo>
                    <a:cubicBezTo>
                      <a:pt x="96566" y="-509"/>
                      <a:pt x="133482" y="40655"/>
                      <a:pt x="127000" y="82550"/>
                    </a:cubicBezTo>
                    <a:cubicBezTo>
                      <a:pt x="131915" y="126716"/>
                      <a:pt x="93049" y="164204"/>
                      <a:pt x="63500" y="165100"/>
                    </a:cubicBezTo>
                    <a:cubicBezTo>
                      <a:pt x="28087" y="167100"/>
                      <a:pt x="-2965" y="129643"/>
                      <a:pt x="0" y="82550"/>
                    </a:cubicBezTo>
                    <a:close/>
                  </a:path>
                  <a:path w="127000" h="165100" stroke="0" extrusionOk="0">
                    <a:moveTo>
                      <a:pt x="0" y="82550"/>
                    </a:moveTo>
                    <a:cubicBezTo>
                      <a:pt x="6818" y="36471"/>
                      <a:pt x="33080" y="-3751"/>
                      <a:pt x="63500" y="0"/>
                    </a:cubicBezTo>
                    <a:cubicBezTo>
                      <a:pt x="102679" y="-2991"/>
                      <a:pt x="136895" y="33533"/>
                      <a:pt x="127000" y="82550"/>
                    </a:cubicBezTo>
                    <a:cubicBezTo>
                      <a:pt x="128865" y="132086"/>
                      <a:pt x="98278" y="166035"/>
                      <a:pt x="63500" y="165100"/>
                    </a:cubicBezTo>
                    <a:cubicBezTo>
                      <a:pt x="29563" y="162513"/>
                      <a:pt x="1053" y="127581"/>
                      <a:pt x="0" y="8255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441640028">
                      <a:custGeom>
                        <a:avLst/>
                        <a:gdLst>
                          <a:gd name="connsiteX0" fmla="*/ 0 w 89684"/>
                          <a:gd name="connsiteY0" fmla="*/ 43438 h 86877"/>
                          <a:gd name="connsiteX1" fmla="*/ 44842 w 89684"/>
                          <a:gd name="connsiteY1" fmla="*/ 0 h 86877"/>
                          <a:gd name="connsiteX2" fmla="*/ 89684 w 89684"/>
                          <a:gd name="connsiteY2" fmla="*/ 43438 h 86877"/>
                          <a:gd name="connsiteX3" fmla="*/ 44842 w 89684"/>
                          <a:gd name="connsiteY3" fmla="*/ 86876 h 86877"/>
                          <a:gd name="connsiteX4" fmla="*/ 0 w 89684"/>
                          <a:gd name="connsiteY4" fmla="*/ 43438 h 86877"/>
                          <a:gd name="connsiteX0" fmla="*/ 0 w 89684"/>
                          <a:gd name="connsiteY0" fmla="*/ 43438 h 86877"/>
                          <a:gd name="connsiteX1" fmla="*/ 44842 w 89684"/>
                          <a:gd name="connsiteY1" fmla="*/ 0 h 86877"/>
                          <a:gd name="connsiteX2" fmla="*/ 89684 w 89684"/>
                          <a:gd name="connsiteY2" fmla="*/ 43438 h 86877"/>
                          <a:gd name="connsiteX3" fmla="*/ 44842 w 89684"/>
                          <a:gd name="connsiteY3" fmla="*/ 86876 h 86877"/>
                          <a:gd name="connsiteX4" fmla="*/ 0 w 89684"/>
                          <a:gd name="connsiteY4" fmla="*/ 43438 h 868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9684" h="86877" fill="none" extrusionOk="0">
                            <a:moveTo>
                              <a:pt x="0" y="43438"/>
                            </a:moveTo>
                            <a:cubicBezTo>
                              <a:pt x="-2061" y="19623"/>
                              <a:pt x="18087" y="5888"/>
                              <a:pt x="44842" y="0"/>
                            </a:cubicBezTo>
                            <a:cubicBezTo>
                              <a:pt x="64711" y="-1152"/>
                              <a:pt x="98151" y="23611"/>
                              <a:pt x="89684" y="43438"/>
                            </a:cubicBezTo>
                            <a:cubicBezTo>
                              <a:pt x="94071" y="66413"/>
                              <a:pt x="61218" y="85676"/>
                              <a:pt x="44842" y="86876"/>
                            </a:cubicBezTo>
                            <a:cubicBezTo>
                              <a:pt x="19509" y="89823"/>
                              <a:pt x="-3006" y="68681"/>
                              <a:pt x="0" y="43438"/>
                            </a:cubicBezTo>
                            <a:close/>
                          </a:path>
                          <a:path w="89684" h="86877" stroke="0" extrusionOk="0">
                            <a:moveTo>
                              <a:pt x="0" y="43438"/>
                            </a:moveTo>
                            <a:cubicBezTo>
                              <a:pt x="5833" y="17683"/>
                              <a:pt x="19615" y="-3186"/>
                              <a:pt x="44842" y="0"/>
                            </a:cubicBezTo>
                            <a:cubicBezTo>
                              <a:pt x="72164" y="-2909"/>
                              <a:pt x="98923" y="20385"/>
                              <a:pt x="89684" y="43438"/>
                            </a:cubicBezTo>
                            <a:cubicBezTo>
                              <a:pt x="87009" y="67997"/>
                              <a:pt x="69687" y="88011"/>
                              <a:pt x="44842" y="86876"/>
                            </a:cubicBezTo>
                            <a:cubicBezTo>
                              <a:pt x="17549" y="85592"/>
                              <a:pt x="-856" y="67081"/>
                              <a:pt x="0" y="43438"/>
                            </a:cubicBezTo>
                            <a:close/>
                          </a:path>
                          <a:path w="89684" h="86877" fill="none" stroke="0" extrusionOk="0">
                            <a:moveTo>
                              <a:pt x="0" y="43438"/>
                            </a:moveTo>
                            <a:cubicBezTo>
                              <a:pt x="4949" y="19098"/>
                              <a:pt x="21112" y="1419"/>
                              <a:pt x="44842" y="0"/>
                            </a:cubicBezTo>
                            <a:cubicBezTo>
                              <a:pt x="70010" y="-1591"/>
                              <a:pt x="96106" y="20754"/>
                              <a:pt x="89684" y="43438"/>
                            </a:cubicBezTo>
                            <a:cubicBezTo>
                              <a:pt x="94318" y="69141"/>
                              <a:pt x="65226" y="87946"/>
                              <a:pt x="44842" y="86876"/>
                            </a:cubicBezTo>
                            <a:cubicBezTo>
                              <a:pt x="20805" y="85711"/>
                              <a:pt x="3306" y="65350"/>
                              <a:pt x="0" y="43438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43">
                <a:extLst>
                  <a:ext uri="{FF2B5EF4-FFF2-40B4-BE49-F238E27FC236}">
                    <a16:creationId xmlns:a16="http://schemas.microsoft.com/office/drawing/2014/main" id="{C29D4C58-7952-3EC1-37A0-00232EA9F07E}"/>
                  </a:ext>
                </a:extLst>
              </p:cNvPr>
              <p:cNvSpPr/>
              <p:nvPr/>
            </p:nvSpPr>
            <p:spPr>
              <a:xfrm rot="4367413">
                <a:off x="11992206" y="10988047"/>
                <a:ext cx="93600" cy="93685"/>
              </a:xfrm>
              <a:custGeom>
                <a:avLst/>
                <a:gdLst>
                  <a:gd name="csX0" fmla="*/ 0 w 93600"/>
                  <a:gd name="csY0" fmla="*/ 46843 h 93685"/>
                  <a:gd name="csX1" fmla="*/ 46800 w 93600"/>
                  <a:gd name="csY1" fmla="*/ 0 h 93685"/>
                  <a:gd name="csX2" fmla="*/ 93600 w 93600"/>
                  <a:gd name="csY2" fmla="*/ 46843 h 93685"/>
                  <a:gd name="csX3" fmla="*/ 46800 w 93600"/>
                  <a:gd name="csY3" fmla="*/ 93686 h 93685"/>
                  <a:gd name="csX4" fmla="*/ 0 w 93600"/>
                  <a:gd name="csY4" fmla="*/ 46843 h 93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3600" h="93685" fill="none" extrusionOk="0">
                    <a:moveTo>
                      <a:pt x="0" y="46843"/>
                    </a:moveTo>
                    <a:cubicBezTo>
                      <a:pt x="159" y="19706"/>
                      <a:pt x="18297" y="-2006"/>
                      <a:pt x="46800" y="0"/>
                    </a:cubicBezTo>
                    <a:cubicBezTo>
                      <a:pt x="70472" y="-539"/>
                      <a:pt x="93582" y="25813"/>
                      <a:pt x="93600" y="46843"/>
                    </a:cubicBezTo>
                    <a:cubicBezTo>
                      <a:pt x="90787" y="75681"/>
                      <a:pt x="67430" y="91574"/>
                      <a:pt x="46800" y="93686"/>
                    </a:cubicBezTo>
                    <a:cubicBezTo>
                      <a:pt x="23622" y="94879"/>
                      <a:pt x="-744" y="73523"/>
                      <a:pt x="0" y="46843"/>
                    </a:cubicBezTo>
                    <a:close/>
                  </a:path>
                  <a:path w="93600" h="93685" stroke="0" extrusionOk="0">
                    <a:moveTo>
                      <a:pt x="0" y="46843"/>
                    </a:moveTo>
                    <a:cubicBezTo>
                      <a:pt x="-1156" y="21524"/>
                      <a:pt x="21229" y="3067"/>
                      <a:pt x="46800" y="0"/>
                    </a:cubicBezTo>
                    <a:cubicBezTo>
                      <a:pt x="74310" y="849"/>
                      <a:pt x="87829" y="21537"/>
                      <a:pt x="93600" y="46843"/>
                    </a:cubicBezTo>
                    <a:cubicBezTo>
                      <a:pt x="94461" y="70793"/>
                      <a:pt x="71662" y="99185"/>
                      <a:pt x="46800" y="93686"/>
                    </a:cubicBezTo>
                    <a:cubicBezTo>
                      <a:pt x="20939" y="96794"/>
                      <a:pt x="-2310" y="67495"/>
                      <a:pt x="0" y="46843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822367272">
                      <a:custGeom>
                        <a:avLst/>
                        <a:gdLst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253" h="66158" fill="none" extrusionOk="0">
                            <a:moveTo>
                              <a:pt x="0" y="33079"/>
                            </a:moveTo>
                            <a:cubicBezTo>
                              <a:pt x="486" y="10707"/>
                              <a:pt x="7810" y="-2790"/>
                              <a:pt x="24626" y="0"/>
                            </a:cubicBezTo>
                            <a:cubicBezTo>
                              <a:pt x="34502" y="-1020"/>
                              <a:pt x="49231" y="21324"/>
                              <a:pt x="49253" y="33079"/>
                            </a:cubicBezTo>
                            <a:cubicBezTo>
                              <a:pt x="46320" y="54975"/>
                              <a:pt x="34992" y="64468"/>
                              <a:pt x="24626" y="66158"/>
                            </a:cubicBezTo>
                            <a:cubicBezTo>
                              <a:pt x="14905" y="68107"/>
                              <a:pt x="-2285" y="53977"/>
                              <a:pt x="0" y="33079"/>
                            </a:cubicBezTo>
                            <a:close/>
                          </a:path>
                          <a:path w="49253" h="66158" stroke="0" extrusionOk="0">
                            <a:moveTo>
                              <a:pt x="0" y="33079"/>
                            </a:moveTo>
                            <a:cubicBezTo>
                              <a:pt x="-1779" y="14833"/>
                              <a:pt x="12228" y="956"/>
                              <a:pt x="24626" y="0"/>
                            </a:cubicBezTo>
                            <a:cubicBezTo>
                              <a:pt x="37058" y="466"/>
                              <a:pt x="44073" y="17792"/>
                              <a:pt x="49253" y="33079"/>
                            </a:cubicBezTo>
                            <a:cubicBezTo>
                              <a:pt x="48188" y="49709"/>
                              <a:pt x="36623" y="69500"/>
                              <a:pt x="24626" y="66158"/>
                            </a:cubicBezTo>
                            <a:cubicBezTo>
                              <a:pt x="10750" y="68987"/>
                              <a:pt x="-3675" y="48408"/>
                              <a:pt x="0" y="33079"/>
                            </a:cubicBezTo>
                            <a:close/>
                          </a:path>
                          <a:path w="49253" h="66158" fill="none" stroke="0" extrusionOk="0">
                            <a:moveTo>
                              <a:pt x="0" y="33079"/>
                            </a:moveTo>
                            <a:cubicBezTo>
                              <a:pt x="-1107" y="14482"/>
                              <a:pt x="9780" y="275"/>
                              <a:pt x="24626" y="0"/>
                            </a:cubicBezTo>
                            <a:cubicBezTo>
                              <a:pt x="38923" y="559"/>
                              <a:pt x="47500" y="18399"/>
                              <a:pt x="49253" y="33079"/>
                            </a:cubicBezTo>
                            <a:cubicBezTo>
                              <a:pt x="47975" y="52992"/>
                              <a:pt x="35122" y="66676"/>
                              <a:pt x="24626" y="66158"/>
                            </a:cubicBezTo>
                            <a:cubicBezTo>
                              <a:pt x="12423" y="68545"/>
                              <a:pt x="-2197" y="47844"/>
                              <a:pt x="0" y="33079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44">
                <a:extLst>
                  <a:ext uri="{FF2B5EF4-FFF2-40B4-BE49-F238E27FC236}">
                    <a16:creationId xmlns:a16="http://schemas.microsoft.com/office/drawing/2014/main" id="{E83B0CB0-B310-2F89-C822-50BBE2C245FB}"/>
                  </a:ext>
                </a:extLst>
              </p:cNvPr>
              <p:cNvSpPr/>
              <p:nvPr/>
            </p:nvSpPr>
            <p:spPr>
              <a:xfrm rot="4367413">
                <a:off x="12106506" y="10591807"/>
                <a:ext cx="93600" cy="93685"/>
              </a:xfrm>
              <a:custGeom>
                <a:avLst/>
                <a:gdLst>
                  <a:gd name="csX0" fmla="*/ 0 w 93600"/>
                  <a:gd name="csY0" fmla="*/ 46843 h 93685"/>
                  <a:gd name="csX1" fmla="*/ 46800 w 93600"/>
                  <a:gd name="csY1" fmla="*/ 0 h 93685"/>
                  <a:gd name="csX2" fmla="*/ 93600 w 93600"/>
                  <a:gd name="csY2" fmla="*/ 46843 h 93685"/>
                  <a:gd name="csX3" fmla="*/ 46800 w 93600"/>
                  <a:gd name="csY3" fmla="*/ 93686 h 93685"/>
                  <a:gd name="csX4" fmla="*/ 0 w 93600"/>
                  <a:gd name="csY4" fmla="*/ 46843 h 93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3600" h="93685" fill="none" extrusionOk="0">
                    <a:moveTo>
                      <a:pt x="0" y="46843"/>
                    </a:moveTo>
                    <a:cubicBezTo>
                      <a:pt x="-1534" y="21176"/>
                      <a:pt x="19661" y="-47"/>
                      <a:pt x="46800" y="0"/>
                    </a:cubicBezTo>
                    <a:cubicBezTo>
                      <a:pt x="70301" y="6004"/>
                      <a:pt x="96506" y="15669"/>
                      <a:pt x="93600" y="46843"/>
                    </a:cubicBezTo>
                    <a:cubicBezTo>
                      <a:pt x="99306" y="71751"/>
                      <a:pt x="74325" y="98236"/>
                      <a:pt x="46800" y="93686"/>
                    </a:cubicBezTo>
                    <a:cubicBezTo>
                      <a:pt x="20846" y="92319"/>
                      <a:pt x="4699" y="72481"/>
                      <a:pt x="0" y="46843"/>
                    </a:cubicBezTo>
                    <a:close/>
                  </a:path>
                  <a:path w="93600" h="93685" stroke="0" extrusionOk="0">
                    <a:moveTo>
                      <a:pt x="0" y="46843"/>
                    </a:moveTo>
                    <a:cubicBezTo>
                      <a:pt x="-377" y="23499"/>
                      <a:pt x="23412" y="-1007"/>
                      <a:pt x="46800" y="0"/>
                    </a:cubicBezTo>
                    <a:cubicBezTo>
                      <a:pt x="72867" y="-3071"/>
                      <a:pt x="90428" y="23215"/>
                      <a:pt x="93600" y="46843"/>
                    </a:cubicBezTo>
                    <a:cubicBezTo>
                      <a:pt x="94224" y="69031"/>
                      <a:pt x="74060" y="97917"/>
                      <a:pt x="46800" y="93686"/>
                    </a:cubicBezTo>
                    <a:cubicBezTo>
                      <a:pt x="22643" y="96386"/>
                      <a:pt x="2675" y="71901"/>
                      <a:pt x="0" y="46843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441006927">
                      <a:custGeom>
                        <a:avLst/>
                        <a:gdLst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253" h="66158" fill="none" extrusionOk="0">
                            <a:moveTo>
                              <a:pt x="0" y="33079"/>
                            </a:moveTo>
                            <a:cubicBezTo>
                              <a:pt x="-2646" y="15197"/>
                              <a:pt x="9843" y="-52"/>
                              <a:pt x="24626" y="0"/>
                            </a:cubicBezTo>
                            <a:cubicBezTo>
                              <a:pt x="36683" y="5031"/>
                              <a:pt x="51550" y="9663"/>
                              <a:pt x="49253" y="33079"/>
                            </a:cubicBezTo>
                            <a:cubicBezTo>
                              <a:pt x="52879" y="50563"/>
                              <a:pt x="39282" y="69836"/>
                              <a:pt x="24626" y="66158"/>
                            </a:cubicBezTo>
                            <a:cubicBezTo>
                              <a:pt x="10869" y="63923"/>
                              <a:pt x="4953" y="51061"/>
                              <a:pt x="0" y="33079"/>
                            </a:cubicBezTo>
                            <a:close/>
                          </a:path>
                          <a:path w="49253" h="66158" stroke="0" extrusionOk="0">
                            <a:moveTo>
                              <a:pt x="0" y="33079"/>
                            </a:moveTo>
                            <a:cubicBezTo>
                              <a:pt x="34" y="16809"/>
                              <a:pt x="13749" y="-3330"/>
                              <a:pt x="24626" y="0"/>
                            </a:cubicBezTo>
                            <a:cubicBezTo>
                              <a:pt x="34747" y="-2213"/>
                              <a:pt x="45318" y="15217"/>
                              <a:pt x="49253" y="33079"/>
                            </a:cubicBezTo>
                            <a:cubicBezTo>
                              <a:pt x="50985" y="49690"/>
                              <a:pt x="41610" y="67978"/>
                              <a:pt x="24626" y="66158"/>
                            </a:cubicBezTo>
                            <a:cubicBezTo>
                              <a:pt x="13615" y="64764"/>
                              <a:pt x="-269" y="54349"/>
                              <a:pt x="0" y="33079"/>
                            </a:cubicBezTo>
                            <a:close/>
                          </a:path>
                          <a:path w="49253" h="66158" fill="none" stroke="0" extrusionOk="0">
                            <a:moveTo>
                              <a:pt x="0" y="33079"/>
                            </a:moveTo>
                            <a:cubicBezTo>
                              <a:pt x="-1074" y="16731"/>
                              <a:pt x="13469" y="-1314"/>
                              <a:pt x="24626" y="0"/>
                            </a:cubicBezTo>
                            <a:cubicBezTo>
                              <a:pt x="37148" y="2060"/>
                              <a:pt x="47757" y="13205"/>
                              <a:pt x="49253" y="33079"/>
                            </a:cubicBezTo>
                            <a:cubicBezTo>
                              <a:pt x="52756" y="47710"/>
                              <a:pt x="39303" y="69948"/>
                              <a:pt x="24626" y="66158"/>
                            </a:cubicBezTo>
                            <a:cubicBezTo>
                              <a:pt x="11559" y="66135"/>
                              <a:pt x="4095" y="50691"/>
                              <a:pt x="0" y="33079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Oval 145">
                <a:extLst>
                  <a:ext uri="{FF2B5EF4-FFF2-40B4-BE49-F238E27FC236}">
                    <a16:creationId xmlns:a16="http://schemas.microsoft.com/office/drawing/2014/main" id="{E433821E-11E1-CD12-75E2-AF7E118629FC}"/>
                  </a:ext>
                </a:extLst>
              </p:cNvPr>
              <p:cNvSpPr/>
              <p:nvPr/>
            </p:nvSpPr>
            <p:spPr>
              <a:xfrm rot="4367413">
                <a:off x="11466426" y="10828027"/>
                <a:ext cx="93600" cy="93685"/>
              </a:xfrm>
              <a:custGeom>
                <a:avLst/>
                <a:gdLst>
                  <a:gd name="csX0" fmla="*/ 0 w 93600"/>
                  <a:gd name="csY0" fmla="*/ 46843 h 93685"/>
                  <a:gd name="csX1" fmla="*/ 46800 w 93600"/>
                  <a:gd name="csY1" fmla="*/ 0 h 93685"/>
                  <a:gd name="csX2" fmla="*/ 93600 w 93600"/>
                  <a:gd name="csY2" fmla="*/ 46843 h 93685"/>
                  <a:gd name="csX3" fmla="*/ 46800 w 93600"/>
                  <a:gd name="csY3" fmla="*/ 93686 h 93685"/>
                  <a:gd name="csX4" fmla="*/ 0 w 93600"/>
                  <a:gd name="csY4" fmla="*/ 46843 h 93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3600" h="93685" fill="none" extrusionOk="0">
                    <a:moveTo>
                      <a:pt x="0" y="46843"/>
                    </a:moveTo>
                    <a:cubicBezTo>
                      <a:pt x="-879" y="23167"/>
                      <a:pt x="17719" y="4065"/>
                      <a:pt x="46800" y="0"/>
                    </a:cubicBezTo>
                    <a:cubicBezTo>
                      <a:pt x="70167" y="502"/>
                      <a:pt x="91339" y="22497"/>
                      <a:pt x="93600" y="46843"/>
                    </a:cubicBezTo>
                    <a:cubicBezTo>
                      <a:pt x="95343" y="75617"/>
                      <a:pt x="69867" y="93009"/>
                      <a:pt x="46800" y="93686"/>
                    </a:cubicBezTo>
                    <a:cubicBezTo>
                      <a:pt x="15710" y="91121"/>
                      <a:pt x="2836" y="77528"/>
                      <a:pt x="0" y="46843"/>
                    </a:cubicBezTo>
                    <a:close/>
                  </a:path>
                  <a:path w="93600" h="93685" stroke="0" extrusionOk="0">
                    <a:moveTo>
                      <a:pt x="0" y="46843"/>
                    </a:moveTo>
                    <a:cubicBezTo>
                      <a:pt x="4884" y="22988"/>
                      <a:pt x="23243" y="-930"/>
                      <a:pt x="46800" y="0"/>
                    </a:cubicBezTo>
                    <a:cubicBezTo>
                      <a:pt x="73031" y="532"/>
                      <a:pt x="98329" y="23490"/>
                      <a:pt x="93600" y="46843"/>
                    </a:cubicBezTo>
                    <a:cubicBezTo>
                      <a:pt x="95965" y="77746"/>
                      <a:pt x="70846" y="89372"/>
                      <a:pt x="46800" y="93686"/>
                    </a:cubicBezTo>
                    <a:cubicBezTo>
                      <a:pt x="21216" y="94544"/>
                      <a:pt x="109" y="71647"/>
                      <a:pt x="0" y="46843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3245893177">
                      <a:custGeom>
                        <a:avLst/>
                        <a:gdLst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253" h="66158" fill="none" extrusionOk="0">
                            <a:moveTo>
                              <a:pt x="0" y="33079"/>
                            </a:moveTo>
                            <a:cubicBezTo>
                              <a:pt x="-818" y="17247"/>
                              <a:pt x="7060" y="5714"/>
                              <a:pt x="24626" y="0"/>
                            </a:cubicBezTo>
                            <a:cubicBezTo>
                              <a:pt x="34626" y="819"/>
                              <a:pt x="45768" y="17433"/>
                              <a:pt x="49253" y="33079"/>
                            </a:cubicBezTo>
                            <a:cubicBezTo>
                              <a:pt x="51212" y="55133"/>
                              <a:pt x="36365" y="65583"/>
                              <a:pt x="24626" y="66158"/>
                            </a:cubicBezTo>
                            <a:cubicBezTo>
                              <a:pt x="6251" y="63361"/>
                              <a:pt x="2815" y="56995"/>
                              <a:pt x="0" y="33079"/>
                            </a:cubicBezTo>
                            <a:close/>
                          </a:path>
                          <a:path w="49253" h="66158" stroke="0" extrusionOk="0">
                            <a:moveTo>
                              <a:pt x="0" y="33079"/>
                            </a:moveTo>
                            <a:cubicBezTo>
                              <a:pt x="879" y="17314"/>
                              <a:pt x="11949" y="-3710"/>
                              <a:pt x="24626" y="0"/>
                            </a:cubicBezTo>
                            <a:cubicBezTo>
                              <a:pt x="38597" y="884"/>
                              <a:pt x="49385" y="18160"/>
                              <a:pt x="49253" y="33079"/>
                            </a:cubicBezTo>
                            <a:cubicBezTo>
                              <a:pt x="51033" y="56662"/>
                              <a:pt x="39028" y="61370"/>
                              <a:pt x="24626" y="66158"/>
                            </a:cubicBezTo>
                            <a:cubicBezTo>
                              <a:pt x="7335" y="67542"/>
                              <a:pt x="1197" y="50759"/>
                              <a:pt x="0" y="33079"/>
                            </a:cubicBezTo>
                            <a:close/>
                          </a:path>
                          <a:path w="49253" h="66158" fill="none" stroke="0" extrusionOk="0">
                            <a:moveTo>
                              <a:pt x="0" y="33079"/>
                            </a:moveTo>
                            <a:cubicBezTo>
                              <a:pt x="2301" y="17500"/>
                              <a:pt x="12446" y="1602"/>
                              <a:pt x="24626" y="0"/>
                            </a:cubicBezTo>
                            <a:cubicBezTo>
                              <a:pt x="38278" y="2231"/>
                              <a:pt x="51065" y="17485"/>
                              <a:pt x="49253" y="33079"/>
                            </a:cubicBezTo>
                            <a:cubicBezTo>
                              <a:pt x="50829" y="54799"/>
                              <a:pt x="35796" y="63361"/>
                              <a:pt x="24626" y="66158"/>
                            </a:cubicBezTo>
                            <a:cubicBezTo>
                              <a:pt x="9070" y="66970"/>
                              <a:pt x="1617" y="53518"/>
                              <a:pt x="0" y="33079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46">
                <a:extLst>
                  <a:ext uri="{FF2B5EF4-FFF2-40B4-BE49-F238E27FC236}">
                    <a16:creationId xmlns:a16="http://schemas.microsoft.com/office/drawing/2014/main" id="{DD8EC3B4-1FE2-99B8-FF5E-01E78D4C19D8}"/>
                  </a:ext>
                </a:extLst>
              </p:cNvPr>
              <p:cNvSpPr/>
              <p:nvPr/>
            </p:nvSpPr>
            <p:spPr>
              <a:xfrm rot="4367413">
                <a:off x="12175086" y="10759447"/>
                <a:ext cx="93600" cy="93685"/>
              </a:xfrm>
              <a:custGeom>
                <a:avLst/>
                <a:gdLst>
                  <a:gd name="csX0" fmla="*/ 0 w 93600"/>
                  <a:gd name="csY0" fmla="*/ 46843 h 93685"/>
                  <a:gd name="csX1" fmla="*/ 46800 w 93600"/>
                  <a:gd name="csY1" fmla="*/ 0 h 93685"/>
                  <a:gd name="csX2" fmla="*/ 93600 w 93600"/>
                  <a:gd name="csY2" fmla="*/ 46843 h 93685"/>
                  <a:gd name="csX3" fmla="*/ 46800 w 93600"/>
                  <a:gd name="csY3" fmla="*/ 93686 h 93685"/>
                  <a:gd name="csX4" fmla="*/ 0 w 93600"/>
                  <a:gd name="csY4" fmla="*/ 46843 h 93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3600" h="93685" fill="none" extrusionOk="0">
                    <a:moveTo>
                      <a:pt x="0" y="46843"/>
                    </a:moveTo>
                    <a:cubicBezTo>
                      <a:pt x="4116" y="18454"/>
                      <a:pt x="22282" y="2978"/>
                      <a:pt x="46800" y="0"/>
                    </a:cubicBezTo>
                    <a:cubicBezTo>
                      <a:pt x="76339" y="-4019"/>
                      <a:pt x="92584" y="21327"/>
                      <a:pt x="93600" y="46843"/>
                    </a:cubicBezTo>
                    <a:cubicBezTo>
                      <a:pt x="95894" y="70679"/>
                      <a:pt x="71113" y="94837"/>
                      <a:pt x="46800" y="93686"/>
                    </a:cubicBezTo>
                    <a:cubicBezTo>
                      <a:pt x="18233" y="95003"/>
                      <a:pt x="-1074" y="73329"/>
                      <a:pt x="0" y="46843"/>
                    </a:cubicBezTo>
                    <a:close/>
                  </a:path>
                  <a:path w="93600" h="93685" stroke="0" extrusionOk="0">
                    <a:moveTo>
                      <a:pt x="0" y="46843"/>
                    </a:moveTo>
                    <a:cubicBezTo>
                      <a:pt x="3999" y="23202"/>
                      <a:pt x="25440" y="3376"/>
                      <a:pt x="46800" y="0"/>
                    </a:cubicBezTo>
                    <a:cubicBezTo>
                      <a:pt x="76988" y="-1370"/>
                      <a:pt x="93927" y="20468"/>
                      <a:pt x="93600" y="46843"/>
                    </a:cubicBezTo>
                    <a:cubicBezTo>
                      <a:pt x="92643" y="67193"/>
                      <a:pt x="70873" y="91401"/>
                      <a:pt x="46800" y="93686"/>
                    </a:cubicBezTo>
                    <a:cubicBezTo>
                      <a:pt x="15809" y="91749"/>
                      <a:pt x="-4483" y="75259"/>
                      <a:pt x="0" y="46843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807969458">
                      <a:custGeom>
                        <a:avLst/>
                        <a:gdLst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253" h="66158" fill="none" extrusionOk="0">
                            <a:moveTo>
                              <a:pt x="0" y="33079"/>
                            </a:moveTo>
                            <a:cubicBezTo>
                              <a:pt x="4183" y="11797"/>
                              <a:pt x="12938" y="4822"/>
                              <a:pt x="24626" y="0"/>
                            </a:cubicBezTo>
                            <a:cubicBezTo>
                              <a:pt x="42617" y="-5503"/>
                              <a:pt x="46632" y="15789"/>
                              <a:pt x="49253" y="33079"/>
                            </a:cubicBezTo>
                            <a:cubicBezTo>
                              <a:pt x="51252" y="49209"/>
                              <a:pt x="36119" y="67947"/>
                              <a:pt x="24626" y="66158"/>
                            </a:cubicBezTo>
                            <a:cubicBezTo>
                              <a:pt x="5953" y="68851"/>
                              <a:pt x="-2842" y="53086"/>
                              <a:pt x="0" y="33079"/>
                            </a:cubicBezTo>
                            <a:close/>
                          </a:path>
                          <a:path w="49253" h="66158" stroke="0" extrusionOk="0">
                            <a:moveTo>
                              <a:pt x="0" y="33079"/>
                            </a:moveTo>
                            <a:cubicBezTo>
                              <a:pt x="2820" y="17547"/>
                              <a:pt x="13389" y="850"/>
                              <a:pt x="24626" y="0"/>
                            </a:cubicBezTo>
                            <a:cubicBezTo>
                              <a:pt x="42872" y="-700"/>
                              <a:pt x="51324" y="12426"/>
                              <a:pt x="49253" y="33079"/>
                            </a:cubicBezTo>
                            <a:cubicBezTo>
                              <a:pt x="48119" y="47378"/>
                              <a:pt x="40451" y="64755"/>
                              <a:pt x="24626" y="66158"/>
                            </a:cubicBezTo>
                            <a:cubicBezTo>
                              <a:pt x="7651" y="62593"/>
                              <a:pt x="-5326" y="52286"/>
                              <a:pt x="0" y="33079"/>
                            </a:cubicBezTo>
                            <a:close/>
                          </a:path>
                          <a:path w="49253" h="66158" fill="none" stroke="0" extrusionOk="0">
                            <a:moveTo>
                              <a:pt x="0" y="33079"/>
                            </a:moveTo>
                            <a:cubicBezTo>
                              <a:pt x="2546" y="13243"/>
                              <a:pt x="12566" y="2736"/>
                              <a:pt x="24626" y="0"/>
                            </a:cubicBezTo>
                            <a:cubicBezTo>
                              <a:pt x="40984" y="-3096"/>
                              <a:pt x="49786" y="13413"/>
                              <a:pt x="49253" y="33079"/>
                            </a:cubicBezTo>
                            <a:cubicBezTo>
                              <a:pt x="50020" y="47372"/>
                              <a:pt x="35918" y="65037"/>
                              <a:pt x="24626" y="66158"/>
                            </a:cubicBezTo>
                            <a:cubicBezTo>
                              <a:pt x="8719" y="66758"/>
                              <a:pt x="-3387" y="53385"/>
                              <a:pt x="0" y="33079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47">
                <a:extLst>
                  <a:ext uri="{FF2B5EF4-FFF2-40B4-BE49-F238E27FC236}">
                    <a16:creationId xmlns:a16="http://schemas.microsoft.com/office/drawing/2014/main" id="{88F34642-0660-AC69-43CC-51FF9FBE58BB}"/>
                  </a:ext>
                </a:extLst>
              </p:cNvPr>
              <p:cNvSpPr/>
              <p:nvPr/>
            </p:nvSpPr>
            <p:spPr>
              <a:xfrm rot="4367413">
                <a:off x="11834908" y="10642465"/>
                <a:ext cx="72000" cy="72000"/>
              </a:xfrm>
              <a:custGeom>
                <a:avLst/>
                <a:gdLst>
                  <a:gd name="csX0" fmla="*/ 0 w 72000"/>
                  <a:gd name="csY0" fmla="*/ 36000 h 72000"/>
                  <a:gd name="csX1" fmla="*/ 36000 w 72000"/>
                  <a:gd name="csY1" fmla="*/ 0 h 72000"/>
                  <a:gd name="csX2" fmla="*/ 72000 w 72000"/>
                  <a:gd name="csY2" fmla="*/ 36000 h 72000"/>
                  <a:gd name="csX3" fmla="*/ 36000 w 72000"/>
                  <a:gd name="csY3" fmla="*/ 72000 h 72000"/>
                  <a:gd name="csX4" fmla="*/ 0 w 72000"/>
                  <a:gd name="csY4" fmla="*/ 36000 h 7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2000" h="72000" fill="none" extrusionOk="0">
                    <a:moveTo>
                      <a:pt x="0" y="36000"/>
                    </a:moveTo>
                    <a:cubicBezTo>
                      <a:pt x="1429" y="13235"/>
                      <a:pt x="15774" y="3114"/>
                      <a:pt x="36000" y="0"/>
                    </a:cubicBezTo>
                    <a:cubicBezTo>
                      <a:pt x="52897" y="-2555"/>
                      <a:pt x="71917" y="15484"/>
                      <a:pt x="72000" y="36000"/>
                    </a:cubicBezTo>
                    <a:cubicBezTo>
                      <a:pt x="70422" y="59584"/>
                      <a:pt x="58131" y="70445"/>
                      <a:pt x="36000" y="72000"/>
                    </a:cubicBezTo>
                    <a:cubicBezTo>
                      <a:pt x="12956" y="75687"/>
                      <a:pt x="-512" y="58018"/>
                      <a:pt x="0" y="36000"/>
                    </a:cubicBezTo>
                    <a:close/>
                  </a:path>
                  <a:path w="72000" h="72000" stroke="0" extrusionOk="0">
                    <a:moveTo>
                      <a:pt x="0" y="36000"/>
                    </a:moveTo>
                    <a:cubicBezTo>
                      <a:pt x="-1308" y="17861"/>
                      <a:pt x="13093" y="-1708"/>
                      <a:pt x="36000" y="0"/>
                    </a:cubicBezTo>
                    <a:cubicBezTo>
                      <a:pt x="53336" y="1047"/>
                      <a:pt x="69082" y="20131"/>
                      <a:pt x="72000" y="36000"/>
                    </a:cubicBezTo>
                    <a:cubicBezTo>
                      <a:pt x="75245" y="55109"/>
                      <a:pt x="59468" y="72519"/>
                      <a:pt x="36000" y="72000"/>
                    </a:cubicBezTo>
                    <a:cubicBezTo>
                      <a:pt x="15111" y="75672"/>
                      <a:pt x="3138" y="58315"/>
                      <a:pt x="0" y="3600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1299692609">
                      <a:custGeom>
                        <a:avLst/>
                        <a:gdLst>
                          <a:gd name="connsiteX0" fmla="*/ 0 w 37887"/>
                          <a:gd name="connsiteY0" fmla="*/ 25422 h 50845"/>
                          <a:gd name="connsiteX1" fmla="*/ 18943 w 37887"/>
                          <a:gd name="connsiteY1" fmla="*/ 0 h 50845"/>
                          <a:gd name="connsiteX2" fmla="*/ 37886 w 37887"/>
                          <a:gd name="connsiteY2" fmla="*/ 25422 h 50845"/>
                          <a:gd name="connsiteX3" fmla="*/ 18943 w 37887"/>
                          <a:gd name="connsiteY3" fmla="*/ 50845 h 50845"/>
                          <a:gd name="connsiteX4" fmla="*/ 0 w 37887"/>
                          <a:gd name="connsiteY4" fmla="*/ 25422 h 50845"/>
                          <a:gd name="connsiteX0" fmla="*/ 0 w 37887"/>
                          <a:gd name="connsiteY0" fmla="*/ 25422 h 50845"/>
                          <a:gd name="connsiteX1" fmla="*/ 18943 w 37887"/>
                          <a:gd name="connsiteY1" fmla="*/ 0 h 50845"/>
                          <a:gd name="connsiteX2" fmla="*/ 37886 w 37887"/>
                          <a:gd name="connsiteY2" fmla="*/ 25422 h 50845"/>
                          <a:gd name="connsiteX3" fmla="*/ 18943 w 37887"/>
                          <a:gd name="connsiteY3" fmla="*/ 50845 h 50845"/>
                          <a:gd name="connsiteX4" fmla="*/ 0 w 37887"/>
                          <a:gd name="connsiteY4" fmla="*/ 25422 h 5084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7887" h="50845" fill="none" extrusionOk="0">
                            <a:moveTo>
                              <a:pt x="0" y="25422"/>
                            </a:moveTo>
                            <a:cubicBezTo>
                              <a:pt x="857" y="9131"/>
                              <a:pt x="8272" y="2449"/>
                              <a:pt x="18943" y="0"/>
                            </a:cubicBezTo>
                            <a:cubicBezTo>
                              <a:pt x="27041" y="-2484"/>
                              <a:pt x="37422" y="7728"/>
                              <a:pt x="37886" y="25422"/>
                            </a:cubicBezTo>
                            <a:cubicBezTo>
                              <a:pt x="36231" y="44012"/>
                              <a:pt x="32610" y="48349"/>
                              <a:pt x="18943" y="50845"/>
                            </a:cubicBezTo>
                            <a:cubicBezTo>
                              <a:pt x="5047" y="55512"/>
                              <a:pt x="-666" y="42625"/>
                              <a:pt x="0" y="25422"/>
                            </a:cubicBezTo>
                            <a:close/>
                          </a:path>
                          <a:path w="37887" h="50845" stroke="0" extrusionOk="0">
                            <a:moveTo>
                              <a:pt x="0" y="25422"/>
                            </a:moveTo>
                            <a:cubicBezTo>
                              <a:pt x="-3185" y="13048"/>
                              <a:pt x="7178" y="-1754"/>
                              <a:pt x="18943" y="0"/>
                            </a:cubicBezTo>
                            <a:cubicBezTo>
                              <a:pt x="28864" y="-1315"/>
                              <a:pt x="34163" y="13147"/>
                              <a:pt x="37886" y="25422"/>
                            </a:cubicBezTo>
                            <a:cubicBezTo>
                              <a:pt x="39448" y="38049"/>
                              <a:pt x="30269" y="50722"/>
                              <a:pt x="18943" y="50845"/>
                            </a:cubicBezTo>
                            <a:cubicBezTo>
                              <a:pt x="11124" y="52982"/>
                              <a:pt x="-1033" y="39304"/>
                              <a:pt x="0" y="25422"/>
                            </a:cubicBezTo>
                            <a:close/>
                          </a:path>
                          <a:path w="37887" h="50845" fill="none" stroke="0" extrusionOk="0">
                            <a:moveTo>
                              <a:pt x="0" y="25422"/>
                            </a:moveTo>
                            <a:cubicBezTo>
                              <a:pt x="-403" y="10884"/>
                              <a:pt x="6462" y="1161"/>
                              <a:pt x="18943" y="0"/>
                            </a:cubicBezTo>
                            <a:cubicBezTo>
                              <a:pt x="26913" y="-1426"/>
                              <a:pt x="36785" y="12389"/>
                              <a:pt x="37886" y="25422"/>
                            </a:cubicBezTo>
                            <a:cubicBezTo>
                              <a:pt x="39317" y="41538"/>
                              <a:pt x="31210" y="49836"/>
                              <a:pt x="18943" y="50845"/>
                            </a:cubicBezTo>
                            <a:cubicBezTo>
                              <a:pt x="6034" y="56302"/>
                              <a:pt x="404" y="41494"/>
                              <a:pt x="0" y="25422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8" name="Group 45">
              <a:extLst>
                <a:ext uri="{FF2B5EF4-FFF2-40B4-BE49-F238E27FC236}">
                  <a16:creationId xmlns:a16="http://schemas.microsoft.com/office/drawing/2014/main" id="{509B61C6-A48C-4797-639B-079FAFFF4B74}"/>
                </a:ext>
              </a:extLst>
            </p:cNvPr>
            <p:cNvGrpSpPr/>
            <p:nvPr/>
          </p:nvGrpSpPr>
          <p:grpSpPr>
            <a:xfrm rot="98905" flipV="1">
              <a:off x="2000081" y="3736426"/>
              <a:ext cx="394131" cy="450689"/>
              <a:chOff x="11096862" y="12218325"/>
              <a:chExt cx="781111" cy="747141"/>
            </a:xfrm>
            <a:solidFill>
              <a:srgbClr val="D0CBED"/>
            </a:solidFill>
          </p:grpSpPr>
          <p:sp>
            <p:nvSpPr>
              <p:cNvPr id="19" name="Oval 116">
                <a:extLst>
                  <a:ext uri="{FF2B5EF4-FFF2-40B4-BE49-F238E27FC236}">
                    <a16:creationId xmlns:a16="http://schemas.microsoft.com/office/drawing/2014/main" id="{2358F60F-0E01-2FE7-864B-4477A817D3E3}"/>
                  </a:ext>
                </a:extLst>
              </p:cNvPr>
              <p:cNvSpPr/>
              <p:nvPr/>
            </p:nvSpPr>
            <p:spPr>
              <a:xfrm>
                <a:off x="11096862" y="12218325"/>
                <a:ext cx="781111" cy="747141"/>
              </a:xfrm>
              <a:custGeom>
                <a:avLst/>
                <a:gdLst>
                  <a:gd name="csX0" fmla="*/ 0 w 781111"/>
                  <a:gd name="csY0" fmla="*/ 373571 h 747141"/>
                  <a:gd name="csX1" fmla="*/ 390556 w 781111"/>
                  <a:gd name="csY1" fmla="*/ 0 h 747141"/>
                  <a:gd name="csX2" fmla="*/ 781112 w 781111"/>
                  <a:gd name="csY2" fmla="*/ 373571 h 747141"/>
                  <a:gd name="csX3" fmla="*/ 390556 w 781111"/>
                  <a:gd name="csY3" fmla="*/ 747142 h 747141"/>
                  <a:gd name="csX4" fmla="*/ 0 w 781111"/>
                  <a:gd name="csY4" fmla="*/ 373571 h 747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81111" h="747141" fill="none" extrusionOk="0">
                    <a:moveTo>
                      <a:pt x="0" y="373571"/>
                    </a:moveTo>
                    <a:cubicBezTo>
                      <a:pt x="39844" y="169593"/>
                      <a:pt x="171719" y="-36412"/>
                      <a:pt x="390556" y="0"/>
                    </a:cubicBezTo>
                    <a:cubicBezTo>
                      <a:pt x="555316" y="15183"/>
                      <a:pt x="812805" y="168665"/>
                      <a:pt x="781112" y="373571"/>
                    </a:cubicBezTo>
                    <a:cubicBezTo>
                      <a:pt x="756318" y="581249"/>
                      <a:pt x="596479" y="703258"/>
                      <a:pt x="390556" y="747142"/>
                    </a:cubicBezTo>
                    <a:cubicBezTo>
                      <a:pt x="170574" y="732946"/>
                      <a:pt x="13437" y="585873"/>
                      <a:pt x="0" y="373571"/>
                    </a:cubicBezTo>
                    <a:close/>
                  </a:path>
                  <a:path w="781111" h="747141" stroke="0" extrusionOk="0">
                    <a:moveTo>
                      <a:pt x="0" y="373571"/>
                    </a:moveTo>
                    <a:cubicBezTo>
                      <a:pt x="23519" y="126454"/>
                      <a:pt x="220691" y="-19339"/>
                      <a:pt x="390556" y="0"/>
                    </a:cubicBezTo>
                    <a:cubicBezTo>
                      <a:pt x="581003" y="2398"/>
                      <a:pt x="723081" y="186819"/>
                      <a:pt x="781112" y="373571"/>
                    </a:cubicBezTo>
                    <a:cubicBezTo>
                      <a:pt x="788573" y="585447"/>
                      <a:pt x="606283" y="742333"/>
                      <a:pt x="390556" y="747142"/>
                    </a:cubicBezTo>
                    <a:cubicBezTo>
                      <a:pt x="177474" y="719757"/>
                      <a:pt x="16158" y="537953"/>
                      <a:pt x="0" y="373571"/>
                    </a:cubicBezTo>
                    <a:close/>
                  </a:path>
                </a:pathLst>
              </a:custGeom>
              <a:solidFill>
                <a:srgbClr val="B78FA2"/>
              </a:solidFill>
              <a:ln w="57150">
                <a:solidFill>
                  <a:srgbClr val="96607A"/>
                </a:solidFill>
                <a:prstDash val="sysDash"/>
                <a:extLst>
                  <a:ext uri="{C807C97D-BFC1-408E-A445-0C87EB9F89A2}">
                    <ask:lineSketchStyleProps xmlns:ask="http://schemas.microsoft.com/office/drawing/2018/sketchyshapes" sd="1610548766">
                      <a:custGeom>
                        <a:avLst/>
                        <a:gdLst>
                          <a:gd name="connsiteX0" fmla="*/ 0 w 394131"/>
                          <a:gd name="connsiteY0" fmla="*/ 225344 h 450689"/>
                          <a:gd name="connsiteX1" fmla="*/ 197065 w 394131"/>
                          <a:gd name="connsiteY1" fmla="*/ 0 h 450689"/>
                          <a:gd name="connsiteX2" fmla="*/ 394131 w 394131"/>
                          <a:gd name="connsiteY2" fmla="*/ 225344 h 450689"/>
                          <a:gd name="connsiteX3" fmla="*/ 197065 w 394131"/>
                          <a:gd name="connsiteY3" fmla="*/ 450689 h 450689"/>
                          <a:gd name="connsiteX4" fmla="*/ 0 w 394131"/>
                          <a:gd name="connsiteY4" fmla="*/ 225344 h 450689"/>
                          <a:gd name="connsiteX0" fmla="*/ 0 w 394131"/>
                          <a:gd name="connsiteY0" fmla="*/ 225344 h 450689"/>
                          <a:gd name="connsiteX1" fmla="*/ 197065 w 394131"/>
                          <a:gd name="connsiteY1" fmla="*/ 0 h 450689"/>
                          <a:gd name="connsiteX2" fmla="*/ 394131 w 394131"/>
                          <a:gd name="connsiteY2" fmla="*/ 225344 h 450689"/>
                          <a:gd name="connsiteX3" fmla="*/ 197065 w 394131"/>
                          <a:gd name="connsiteY3" fmla="*/ 450689 h 450689"/>
                          <a:gd name="connsiteX4" fmla="*/ 0 w 394131"/>
                          <a:gd name="connsiteY4" fmla="*/ 225344 h 45068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94131" h="450689" fill="none" extrusionOk="0">
                            <a:moveTo>
                              <a:pt x="0" y="225344"/>
                            </a:moveTo>
                            <a:cubicBezTo>
                              <a:pt x="37671" y="103333"/>
                              <a:pt x="84260" y="-49635"/>
                              <a:pt x="197065" y="0"/>
                            </a:cubicBezTo>
                            <a:cubicBezTo>
                              <a:pt x="259000" y="15477"/>
                              <a:pt x="415411" y="101977"/>
                              <a:pt x="394131" y="225344"/>
                            </a:cubicBezTo>
                            <a:cubicBezTo>
                              <a:pt x="372204" y="351135"/>
                              <a:pt x="298848" y="414693"/>
                              <a:pt x="197065" y="450689"/>
                            </a:cubicBezTo>
                            <a:cubicBezTo>
                              <a:pt x="78204" y="416071"/>
                              <a:pt x="13226" y="356280"/>
                              <a:pt x="0" y="225344"/>
                            </a:cubicBezTo>
                            <a:close/>
                          </a:path>
                          <a:path w="394131" h="450689" stroke="0" extrusionOk="0">
                            <a:moveTo>
                              <a:pt x="0" y="225344"/>
                            </a:moveTo>
                            <a:cubicBezTo>
                              <a:pt x="3458" y="71198"/>
                              <a:pt x="111494" y="-2976"/>
                              <a:pt x="197065" y="0"/>
                            </a:cubicBezTo>
                            <a:cubicBezTo>
                              <a:pt x="318285" y="1518"/>
                              <a:pt x="391290" y="104007"/>
                              <a:pt x="394131" y="225344"/>
                            </a:cubicBezTo>
                            <a:cubicBezTo>
                              <a:pt x="371550" y="346785"/>
                              <a:pt x="310611" y="461685"/>
                              <a:pt x="197065" y="450689"/>
                            </a:cubicBezTo>
                            <a:cubicBezTo>
                              <a:pt x="91594" y="425185"/>
                              <a:pt x="-8259" y="328332"/>
                              <a:pt x="0" y="225344"/>
                            </a:cubicBezTo>
                            <a:close/>
                          </a:path>
                          <a:path w="394131" h="450689" fill="none" stroke="0" extrusionOk="0">
                            <a:moveTo>
                              <a:pt x="0" y="225344"/>
                            </a:moveTo>
                            <a:cubicBezTo>
                              <a:pt x="21738" y="99467"/>
                              <a:pt x="91005" y="-23805"/>
                              <a:pt x="197065" y="0"/>
                            </a:cubicBezTo>
                            <a:cubicBezTo>
                              <a:pt x="243711" y="12623"/>
                              <a:pt x="393125" y="107472"/>
                              <a:pt x="394131" y="225344"/>
                            </a:cubicBezTo>
                            <a:cubicBezTo>
                              <a:pt x="387158" y="354743"/>
                              <a:pt x="300997" y="419576"/>
                              <a:pt x="197065" y="450689"/>
                            </a:cubicBezTo>
                            <a:cubicBezTo>
                              <a:pt x="88695" y="414609"/>
                              <a:pt x="10092" y="344813"/>
                              <a:pt x="0" y="225344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A260FA35-B07B-96B4-8908-E91E202A387D}"/>
                  </a:ext>
                </a:extLst>
              </p:cNvPr>
              <p:cNvSpPr/>
              <p:nvPr/>
            </p:nvSpPr>
            <p:spPr>
              <a:xfrm>
                <a:off x="11137592" y="12295975"/>
                <a:ext cx="687364" cy="592145"/>
              </a:xfrm>
              <a:custGeom>
                <a:avLst/>
                <a:gdLst>
                  <a:gd name="connsiteX0" fmla="*/ 868935 w 3025431"/>
                  <a:gd name="connsiteY0" fmla="*/ 783157 h 2956139"/>
                  <a:gd name="connsiteX1" fmla="*/ 2350495 w 3025431"/>
                  <a:gd name="connsiteY1" fmla="*/ 922053 h 2956139"/>
                  <a:gd name="connsiteX2" fmla="*/ 2362070 w 3025431"/>
                  <a:gd name="connsiteY2" fmla="*/ 1952200 h 2956139"/>
                  <a:gd name="connsiteX3" fmla="*/ 1656014 w 3025431"/>
                  <a:gd name="connsiteY3" fmla="*/ 2473061 h 2956139"/>
                  <a:gd name="connsiteX4" fmla="*/ 1667589 w 3025431"/>
                  <a:gd name="connsiteY4" fmla="*/ 1454489 h 2956139"/>
                  <a:gd name="connsiteX5" fmla="*/ 949958 w 3025431"/>
                  <a:gd name="connsiteY5" fmla="*/ 1616534 h 2956139"/>
                  <a:gd name="connsiteX6" fmla="*/ 973108 w 3025431"/>
                  <a:gd name="connsiteY6" fmla="*/ 678985 h 2956139"/>
                  <a:gd name="connsiteX7" fmla="*/ 2558839 w 3025431"/>
                  <a:gd name="connsiteY7" fmla="*/ 2276291 h 2956139"/>
                  <a:gd name="connsiteX8" fmla="*/ 2373644 w 3025431"/>
                  <a:gd name="connsiteY8" fmla="*/ 516940 h 2956139"/>
                  <a:gd name="connsiteX9" fmla="*/ 1274049 w 3025431"/>
                  <a:gd name="connsiteY9" fmla="*/ 1755431 h 2956139"/>
                  <a:gd name="connsiteX10" fmla="*/ 730039 w 3025431"/>
                  <a:gd name="connsiteY10" fmla="*/ 2461486 h 2956139"/>
                  <a:gd name="connsiteX11" fmla="*/ 452247 w 3025431"/>
                  <a:gd name="connsiteY11" fmla="*/ 1026226 h 2956139"/>
                  <a:gd name="connsiteX12" fmla="*/ 1493968 w 3025431"/>
                  <a:gd name="connsiteY12" fmla="*/ 2716129 h 2956139"/>
                  <a:gd name="connsiteX13" fmla="*/ 313351 w 3025431"/>
                  <a:gd name="connsiteY13" fmla="*/ 2461486 h 2956139"/>
                  <a:gd name="connsiteX14" fmla="*/ 1007832 w 3025431"/>
                  <a:gd name="connsiteY14" fmla="*/ 1026226 h 2956139"/>
                  <a:gd name="connsiteX15" fmla="*/ 278627 w 3025431"/>
                  <a:gd name="connsiteY15" fmla="*/ 1014651 h 2956139"/>
                  <a:gd name="connsiteX16" fmla="*/ 834211 w 3025431"/>
                  <a:gd name="connsiteY16" fmla="*/ 2253142 h 2956139"/>
                  <a:gd name="connsiteX17" fmla="*/ 2396794 w 3025431"/>
                  <a:gd name="connsiteY17" fmla="*/ 2646681 h 2956139"/>
                  <a:gd name="connsiteX18" fmla="*/ 1875933 w 3025431"/>
                  <a:gd name="connsiteY18" fmla="*/ 1014651 h 2956139"/>
                  <a:gd name="connsiteX19" fmla="*/ 649016 w 3025431"/>
                  <a:gd name="connsiteY19" fmla="*/ 2253142 h 2956139"/>
                  <a:gd name="connsiteX20" fmla="*/ 510120 w 3025431"/>
                  <a:gd name="connsiteY20" fmla="*/ 887329 h 2956139"/>
                  <a:gd name="connsiteX21" fmla="*/ 1748611 w 3025431"/>
                  <a:gd name="connsiteY21" fmla="*/ 493790 h 2956139"/>
                  <a:gd name="connsiteX22" fmla="*/ 1794910 w 3025431"/>
                  <a:gd name="connsiteY22" fmla="*/ 366469 h 2956139"/>
                  <a:gd name="connsiteX23" fmla="*/ 2408368 w 3025431"/>
                  <a:gd name="connsiteY23" fmla="*/ 1512362 h 2956139"/>
                  <a:gd name="connsiteX24" fmla="*/ 2373644 w 3025431"/>
                  <a:gd name="connsiteY24" fmla="*/ 2438337 h 2956139"/>
                  <a:gd name="connsiteX25" fmla="*/ 1401371 w 3025431"/>
                  <a:gd name="connsiteY25" fmla="*/ 2820302 h 2956139"/>
                  <a:gd name="connsiteX26" fmla="*/ 1436095 w 3025431"/>
                  <a:gd name="connsiteY26" fmla="*/ 1431340 h 2956139"/>
                  <a:gd name="connsiteX27" fmla="*/ 787913 w 3025431"/>
                  <a:gd name="connsiteY27" fmla="*/ 887329 h 2956139"/>
                  <a:gd name="connsiteX28" fmla="*/ 1540267 w 3025431"/>
                  <a:gd name="connsiteY28" fmla="*/ 343319 h 2956139"/>
                  <a:gd name="connsiteX29" fmla="*/ 1401371 w 3025431"/>
                  <a:gd name="connsiteY29" fmla="*/ 227572 h 2956139"/>
                  <a:gd name="connsiteX30" fmla="*/ 544844 w 3025431"/>
                  <a:gd name="connsiteY30" fmla="*/ 632686 h 2956139"/>
                  <a:gd name="connsiteX31" fmla="*/ 2061128 w 3025431"/>
                  <a:gd name="connsiteY31" fmla="*/ 42378 h 2956139"/>
                  <a:gd name="connsiteX32" fmla="*/ 2894505 w 3025431"/>
                  <a:gd name="connsiteY32" fmla="*/ 2021648 h 2956139"/>
                  <a:gd name="connsiteX33" fmla="*/ 1887508 w 3025431"/>
                  <a:gd name="connsiteY33" fmla="*/ 2901324 h 2956139"/>
                  <a:gd name="connsiteX34" fmla="*/ 834 w 3025431"/>
                  <a:gd name="connsiteY34" fmla="*/ 528514 h 2956139"/>
                  <a:gd name="connsiteX35" fmla="*/ 2130576 w 3025431"/>
                  <a:gd name="connsiteY35" fmla="*/ 1905902 h 2956139"/>
                  <a:gd name="connsiteX36" fmla="*/ 1528692 w 3025431"/>
                  <a:gd name="connsiteY36" fmla="*/ 2889750 h 2956139"/>
                  <a:gd name="connsiteX37" fmla="*/ 2998677 w 3025431"/>
                  <a:gd name="connsiteY37" fmla="*/ 1315593 h 2956139"/>
                  <a:gd name="connsiteX38" fmla="*/ 2385219 w 3025431"/>
                  <a:gd name="connsiteY38" fmla="*/ 655836 h 2956139"/>
                  <a:gd name="connsiteX39" fmla="*/ 1227751 w 3025431"/>
                  <a:gd name="connsiteY39" fmla="*/ 227572 h 2956139"/>
                  <a:gd name="connsiteX40" fmla="*/ 996257 w 3025431"/>
                  <a:gd name="connsiteY40" fmla="*/ 1141972 h 2956139"/>
                  <a:gd name="connsiteX41" fmla="*/ 1320348 w 3025431"/>
                  <a:gd name="connsiteY41" fmla="*/ 1419765 h 2956139"/>
                  <a:gd name="connsiteX42" fmla="*/ 1366647 w 3025431"/>
                  <a:gd name="connsiteY42" fmla="*/ 1593385 h 2956139"/>
                  <a:gd name="connsiteX43" fmla="*/ 2234748 w 3025431"/>
                  <a:gd name="connsiteY43" fmla="*/ 1801729 h 2956139"/>
                  <a:gd name="connsiteX44" fmla="*/ 614292 w 3025431"/>
                  <a:gd name="connsiteY44" fmla="*/ 1535512 h 2956139"/>
                  <a:gd name="connsiteX45" fmla="*/ 2385219 w 3025431"/>
                  <a:gd name="connsiteY45" fmla="*/ 493790 h 2956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3025431" h="2956139">
                    <a:moveTo>
                      <a:pt x="868935" y="783157"/>
                    </a:moveTo>
                    <a:cubicBezTo>
                      <a:pt x="1485287" y="755185"/>
                      <a:pt x="2101639" y="727213"/>
                      <a:pt x="2350495" y="922053"/>
                    </a:cubicBezTo>
                    <a:cubicBezTo>
                      <a:pt x="2599351" y="1116893"/>
                      <a:pt x="2477817" y="1693699"/>
                      <a:pt x="2362070" y="1952200"/>
                    </a:cubicBezTo>
                    <a:cubicBezTo>
                      <a:pt x="2246323" y="2210701"/>
                      <a:pt x="1771761" y="2556013"/>
                      <a:pt x="1656014" y="2473061"/>
                    </a:cubicBezTo>
                    <a:cubicBezTo>
                      <a:pt x="1540267" y="2390109"/>
                      <a:pt x="1785265" y="1597243"/>
                      <a:pt x="1667589" y="1454489"/>
                    </a:cubicBezTo>
                    <a:cubicBezTo>
                      <a:pt x="1549913" y="1311735"/>
                      <a:pt x="1065705" y="1745785"/>
                      <a:pt x="949958" y="1616534"/>
                    </a:cubicBezTo>
                    <a:cubicBezTo>
                      <a:pt x="834211" y="1487283"/>
                      <a:pt x="704961" y="569026"/>
                      <a:pt x="973108" y="678985"/>
                    </a:cubicBezTo>
                    <a:cubicBezTo>
                      <a:pt x="1241255" y="788944"/>
                      <a:pt x="2325416" y="2303299"/>
                      <a:pt x="2558839" y="2276291"/>
                    </a:cubicBezTo>
                    <a:cubicBezTo>
                      <a:pt x="2792262" y="2249284"/>
                      <a:pt x="2587776" y="603750"/>
                      <a:pt x="2373644" y="516940"/>
                    </a:cubicBezTo>
                    <a:cubicBezTo>
                      <a:pt x="2159512" y="430130"/>
                      <a:pt x="1547983" y="1431340"/>
                      <a:pt x="1274049" y="1755431"/>
                    </a:cubicBezTo>
                    <a:cubicBezTo>
                      <a:pt x="1000115" y="2079522"/>
                      <a:pt x="867006" y="2583020"/>
                      <a:pt x="730039" y="2461486"/>
                    </a:cubicBezTo>
                    <a:cubicBezTo>
                      <a:pt x="593072" y="2339952"/>
                      <a:pt x="324925" y="983785"/>
                      <a:pt x="452247" y="1026226"/>
                    </a:cubicBezTo>
                    <a:cubicBezTo>
                      <a:pt x="579569" y="1068667"/>
                      <a:pt x="1517117" y="2476919"/>
                      <a:pt x="1493968" y="2716129"/>
                    </a:cubicBezTo>
                    <a:cubicBezTo>
                      <a:pt x="1470819" y="2955339"/>
                      <a:pt x="394374" y="2743136"/>
                      <a:pt x="313351" y="2461486"/>
                    </a:cubicBezTo>
                    <a:cubicBezTo>
                      <a:pt x="232328" y="2179836"/>
                      <a:pt x="1013619" y="1267365"/>
                      <a:pt x="1007832" y="1026226"/>
                    </a:cubicBezTo>
                    <a:cubicBezTo>
                      <a:pt x="1002045" y="785087"/>
                      <a:pt x="307564" y="810165"/>
                      <a:pt x="278627" y="1014651"/>
                    </a:cubicBezTo>
                    <a:cubicBezTo>
                      <a:pt x="249690" y="1219137"/>
                      <a:pt x="481183" y="1981137"/>
                      <a:pt x="834211" y="2253142"/>
                    </a:cubicBezTo>
                    <a:cubicBezTo>
                      <a:pt x="1187239" y="2525147"/>
                      <a:pt x="2223174" y="2853096"/>
                      <a:pt x="2396794" y="2646681"/>
                    </a:cubicBezTo>
                    <a:cubicBezTo>
                      <a:pt x="2570414" y="2440266"/>
                      <a:pt x="2167229" y="1080241"/>
                      <a:pt x="1875933" y="1014651"/>
                    </a:cubicBezTo>
                    <a:cubicBezTo>
                      <a:pt x="1584637" y="949061"/>
                      <a:pt x="876652" y="2274362"/>
                      <a:pt x="649016" y="2253142"/>
                    </a:cubicBezTo>
                    <a:cubicBezTo>
                      <a:pt x="421380" y="2231922"/>
                      <a:pt x="326854" y="1180554"/>
                      <a:pt x="510120" y="887329"/>
                    </a:cubicBezTo>
                    <a:cubicBezTo>
                      <a:pt x="693386" y="594104"/>
                      <a:pt x="1534479" y="580600"/>
                      <a:pt x="1748611" y="493790"/>
                    </a:cubicBezTo>
                    <a:cubicBezTo>
                      <a:pt x="1962743" y="406980"/>
                      <a:pt x="1684951" y="196707"/>
                      <a:pt x="1794910" y="366469"/>
                    </a:cubicBezTo>
                    <a:cubicBezTo>
                      <a:pt x="1904869" y="536231"/>
                      <a:pt x="2311912" y="1167051"/>
                      <a:pt x="2408368" y="1512362"/>
                    </a:cubicBezTo>
                    <a:cubicBezTo>
                      <a:pt x="2504824" y="1857673"/>
                      <a:pt x="2541477" y="2220347"/>
                      <a:pt x="2373644" y="2438337"/>
                    </a:cubicBezTo>
                    <a:cubicBezTo>
                      <a:pt x="2205811" y="2656327"/>
                      <a:pt x="1557629" y="2988135"/>
                      <a:pt x="1401371" y="2820302"/>
                    </a:cubicBezTo>
                    <a:cubicBezTo>
                      <a:pt x="1245113" y="2652469"/>
                      <a:pt x="1538338" y="1753502"/>
                      <a:pt x="1436095" y="1431340"/>
                    </a:cubicBezTo>
                    <a:cubicBezTo>
                      <a:pt x="1333852" y="1109178"/>
                      <a:pt x="770551" y="1068666"/>
                      <a:pt x="787913" y="887329"/>
                    </a:cubicBezTo>
                    <a:cubicBezTo>
                      <a:pt x="805275" y="705992"/>
                      <a:pt x="1438024" y="453278"/>
                      <a:pt x="1540267" y="343319"/>
                    </a:cubicBezTo>
                    <a:cubicBezTo>
                      <a:pt x="1642510" y="233360"/>
                      <a:pt x="1567275" y="179344"/>
                      <a:pt x="1401371" y="227572"/>
                    </a:cubicBezTo>
                    <a:cubicBezTo>
                      <a:pt x="1235467" y="275800"/>
                      <a:pt x="434884" y="663552"/>
                      <a:pt x="544844" y="632686"/>
                    </a:cubicBezTo>
                    <a:cubicBezTo>
                      <a:pt x="654803" y="601820"/>
                      <a:pt x="1669518" y="-189116"/>
                      <a:pt x="2061128" y="42378"/>
                    </a:cubicBezTo>
                    <a:cubicBezTo>
                      <a:pt x="2452738" y="273872"/>
                      <a:pt x="2923442" y="1545157"/>
                      <a:pt x="2894505" y="2021648"/>
                    </a:cubicBezTo>
                    <a:cubicBezTo>
                      <a:pt x="2865568" y="2498139"/>
                      <a:pt x="2369786" y="3150180"/>
                      <a:pt x="1887508" y="2901324"/>
                    </a:cubicBezTo>
                    <a:cubicBezTo>
                      <a:pt x="1405230" y="2652468"/>
                      <a:pt x="-39677" y="694418"/>
                      <a:pt x="834" y="528514"/>
                    </a:cubicBezTo>
                    <a:cubicBezTo>
                      <a:pt x="41345" y="362610"/>
                      <a:pt x="1875933" y="1512363"/>
                      <a:pt x="2130576" y="1905902"/>
                    </a:cubicBezTo>
                    <a:cubicBezTo>
                      <a:pt x="2385219" y="2299441"/>
                      <a:pt x="1384009" y="2988135"/>
                      <a:pt x="1528692" y="2889750"/>
                    </a:cubicBezTo>
                    <a:cubicBezTo>
                      <a:pt x="1673375" y="2791365"/>
                      <a:pt x="2855923" y="1687912"/>
                      <a:pt x="2998677" y="1315593"/>
                    </a:cubicBezTo>
                    <a:cubicBezTo>
                      <a:pt x="3141431" y="943274"/>
                      <a:pt x="2680373" y="837173"/>
                      <a:pt x="2385219" y="655836"/>
                    </a:cubicBezTo>
                    <a:cubicBezTo>
                      <a:pt x="2090065" y="474499"/>
                      <a:pt x="1459245" y="146549"/>
                      <a:pt x="1227751" y="227572"/>
                    </a:cubicBezTo>
                    <a:cubicBezTo>
                      <a:pt x="996257" y="308595"/>
                      <a:pt x="980824" y="943273"/>
                      <a:pt x="996257" y="1141972"/>
                    </a:cubicBezTo>
                    <a:cubicBezTo>
                      <a:pt x="1011690" y="1340671"/>
                      <a:pt x="1258616" y="1344530"/>
                      <a:pt x="1320348" y="1419765"/>
                    </a:cubicBezTo>
                    <a:cubicBezTo>
                      <a:pt x="1382080" y="1495001"/>
                      <a:pt x="1214247" y="1529724"/>
                      <a:pt x="1366647" y="1593385"/>
                    </a:cubicBezTo>
                    <a:cubicBezTo>
                      <a:pt x="1519047" y="1657046"/>
                      <a:pt x="2360141" y="1811375"/>
                      <a:pt x="2234748" y="1801729"/>
                    </a:cubicBezTo>
                    <a:cubicBezTo>
                      <a:pt x="2109356" y="1792084"/>
                      <a:pt x="589214" y="1753502"/>
                      <a:pt x="614292" y="1535512"/>
                    </a:cubicBezTo>
                    <a:cubicBezTo>
                      <a:pt x="639370" y="1317522"/>
                      <a:pt x="2124789" y="376114"/>
                      <a:pt x="2385219" y="493790"/>
                    </a:cubicBezTo>
                  </a:path>
                </a:pathLst>
              </a:custGeom>
              <a:solidFill>
                <a:srgbClr val="B78FA2"/>
              </a:solidFill>
              <a:ln w="19050"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47">
              <a:extLst>
                <a:ext uri="{FF2B5EF4-FFF2-40B4-BE49-F238E27FC236}">
                  <a16:creationId xmlns:a16="http://schemas.microsoft.com/office/drawing/2014/main" id="{189763C9-EF70-1614-9CFD-FD40BE8DB08B}"/>
                </a:ext>
              </a:extLst>
            </p:cNvPr>
            <p:cNvGrpSpPr/>
            <p:nvPr/>
          </p:nvGrpSpPr>
          <p:grpSpPr>
            <a:xfrm rot="15509467" flipV="1">
              <a:off x="3370931" y="1882554"/>
              <a:ext cx="511708" cy="532733"/>
              <a:chOff x="11096862" y="12218327"/>
              <a:chExt cx="781111" cy="747141"/>
            </a:xfrm>
            <a:solidFill>
              <a:srgbClr val="D0CBED"/>
            </a:solidFill>
          </p:grpSpPr>
          <p:sp>
            <p:nvSpPr>
              <p:cNvPr id="22" name="Oval 112">
                <a:extLst>
                  <a:ext uri="{FF2B5EF4-FFF2-40B4-BE49-F238E27FC236}">
                    <a16:creationId xmlns:a16="http://schemas.microsoft.com/office/drawing/2014/main" id="{14A4B7B9-CB24-E932-ECBA-282FE4F71258}"/>
                  </a:ext>
                </a:extLst>
              </p:cNvPr>
              <p:cNvSpPr/>
              <p:nvPr/>
            </p:nvSpPr>
            <p:spPr>
              <a:xfrm>
                <a:off x="11096862" y="12218327"/>
                <a:ext cx="781111" cy="747141"/>
              </a:xfrm>
              <a:custGeom>
                <a:avLst/>
                <a:gdLst>
                  <a:gd name="csX0" fmla="*/ 0 w 781111"/>
                  <a:gd name="csY0" fmla="*/ 373571 h 747141"/>
                  <a:gd name="csX1" fmla="*/ 390556 w 781111"/>
                  <a:gd name="csY1" fmla="*/ 0 h 747141"/>
                  <a:gd name="csX2" fmla="*/ 781112 w 781111"/>
                  <a:gd name="csY2" fmla="*/ 373571 h 747141"/>
                  <a:gd name="csX3" fmla="*/ 390556 w 781111"/>
                  <a:gd name="csY3" fmla="*/ 747142 h 747141"/>
                  <a:gd name="csX4" fmla="*/ 0 w 781111"/>
                  <a:gd name="csY4" fmla="*/ 373571 h 747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81111" h="747141" fill="none" extrusionOk="0">
                    <a:moveTo>
                      <a:pt x="0" y="373571"/>
                    </a:moveTo>
                    <a:cubicBezTo>
                      <a:pt x="39844" y="169593"/>
                      <a:pt x="171719" y="-36412"/>
                      <a:pt x="390556" y="0"/>
                    </a:cubicBezTo>
                    <a:cubicBezTo>
                      <a:pt x="555316" y="15183"/>
                      <a:pt x="812805" y="168665"/>
                      <a:pt x="781112" y="373571"/>
                    </a:cubicBezTo>
                    <a:cubicBezTo>
                      <a:pt x="756318" y="581249"/>
                      <a:pt x="596479" y="703258"/>
                      <a:pt x="390556" y="747142"/>
                    </a:cubicBezTo>
                    <a:cubicBezTo>
                      <a:pt x="170574" y="732946"/>
                      <a:pt x="13437" y="585873"/>
                      <a:pt x="0" y="373571"/>
                    </a:cubicBezTo>
                    <a:close/>
                  </a:path>
                  <a:path w="781111" h="747141" stroke="0" extrusionOk="0">
                    <a:moveTo>
                      <a:pt x="0" y="373571"/>
                    </a:moveTo>
                    <a:cubicBezTo>
                      <a:pt x="23519" y="126454"/>
                      <a:pt x="220691" y="-19339"/>
                      <a:pt x="390556" y="0"/>
                    </a:cubicBezTo>
                    <a:cubicBezTo>
                      <a:pt x="581003" y="2398"/>
                      <a:pt x="723081" y="186819"/>
                      <a:pt x="781112" y="373571"/>
                    </a:cubicBezTo>
                    <a:cubicBezTo>
                      <a:pt x="788573" y="585447"/>
                      <a:pt x="606283" y="742333"/>
                      <a:pt x="390556" y="747142"/>
                    </a:cubicBezTo>
                    <a:cubicBezTo>
                      <a:pt x="177474" y="719757"/>
                      <a:pt x="16158" y="537953"/>
                      <a:pt x="0" y="373571"/>
                    </a:cubicBezTo>
                    <a:close/>
                  </a:path>
                </a:pathLst>
              </a:custGeom>
              <a:solidFill>
                <a:srgbClr val="B78FA2"/>
              </a:solidFill>
              <a:ln w="57150">
                <a:solidFill>
                  <a:srgbClr val="96607A"/>
                </a:solidFill>
                <a:prstDash val="sysDash"/>
                <a:extLst>
                  <a:ext uri="{C807C97D-BFC1-408E-A445-0C87EB9F89A2}">
                    <ask:lineSketchStyleProps xmlns:ask="http://schemas.microsoft.com/office/drawing/2018/sketchyshapes" sd="1610548766">
                      <a:custGeom>
                        <a:avLst/>
                        <a:gdLst>
                          <a:gd name="connsiteX0" fmla="*/ 0 w 511708"/>
                          <a:gd name="connsiteY0" fmla="*/ 266366 h 532733"/>
                          <a:gd name="connsiteX1" fmla="*/ 255854 w 511708"/>
                          <a:gd name="connsiteY1" fmla="*/ 0 h 532733"/>
                          <a:gd name="connsiteX2" fmla="*/ 511708 w 511708"/>
                          <a:gd name="connsiteY2" fmla="*/ 266366 h 532733"/>
                          <a:gd name="connsiteX3" fmla="*/ 255854 w 511708"/>
                          <a:gd name="connsiteY3" fmla="*/ 532733 h 532733"/>
                          <a:gd name="connsiteX4" fmla="*/ 0 w 511708"/>
                          <a:gd name="connsiteY4" fmla="*/ 266366 h 532733"/>
                          <a:gd name="connsiteX0" fmla="*/ 0 w 511708"/>
                          <a:gd name="connsiteY0" fmla="*/ 266366 h 532733"/>
                          <a:gd name="connsiteX1" fmla="*/ 255854 w 511708"/>
                          <a:gd name="connsiteY1" fmla="*/ 0 h 532733"/>
                          <a:gd name="connsiteX2" fmla="*/ 511708 w 511708"/>
                          <a:gd name="connsiteY2" fmla="*/ 266366 h 532733"/>
                          <a:gd name="connsiteX3" fmla="*/ 255854 w 511708"/>
                          <a:gd name="connsiteY3" fmla="*/ 532733 h 532733"/>
                          <a:gd name="connsiteX4" fmla="*/ 0 w 511708"/>
                          <a:gd name="connsiteY4" fmla="*/ 266366 h 53273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11708" h="532733" fill="none" extrusionOk="0">
                            <a:moveTo>
                              <a:pt x="0" y="266366"/>
                            </a:moveTo>
                            <a:cubicBezTo>
                              <a:pt x="68873" y="123436"/>
                              <a:pt x="110281" y="-51622"/>
                              <a:pt x="255854" y="0"/>
                            </a:cubicBezTo>
                            <a:cubicBezTo>
                              <a:pt x="339426" y="18087"/>
                              <a:pt x="561003" y="121533"/>
                              <a:pt x="511708" y="266366"/>
                            </a:cubicBezTo>
                            <a:cubicBezTo>
                              <a:pt x="463345" y="416208"/>
                              <a:pt x="386619" y="482873"/>
                              <a:pt x="255854" y="532733"/>
                            </a:cubicBezTo>
                            <a:cubicBezTo>
                              <a:pt x="108731" y="512630"/>
                              <a:pt x="36020" y="429866"/>
                              <a:pt x="0" y="266366"/>
                            </a:cubicBezTo>
                            <a:close/>
                          </a:path>
                          <a:path w="511708" h="532733" stroke="0" extrusionOk="0">
                            <a:moveTo>
                              <a:pt x="0" y="266366"/>
                            </a:moveTo>
                            <a:cubicBezTo>
                              <a:pt x="8980" y="86281"/>
                              <a:pt x="144992" y="12386"/>
                              <a:pt x="255854" y="0"/>
                            </a:cubicBezTo>
                            <a:cubicBezTo>
                              <a:pt x="414860" y="1807"/>
                              <a:pt x="480720" y="130898"/>
                              <a:pt x="511708" y="266366"/>
                            </a:cubicBezTo>
                            <a:cubicBezTo>
                              <a:pt x="483494" y="409441"/>
                              <a:pt x="402406" y="544782"/>
                              <a:pt x="255854" y="532733"/>
                            </a:cubicBezTo>
                            <a:cubicBezTo>
                              <a:pt x="121183" y="491587"/>
                              <a:pt x="-17225" y="390064"/>
                              <a:pt x="0" y="266366"/>
                            </a:cubicBezTo>
                            <a:close/>
                          </a:path>
                          <a:path w="511708" h="532733" fill="none" stroke="0" extrusionOk="0">
                            <a:moveTo>
                              <a:pt x="0" y="266366"/>
                            </a:moveTo>
                            <a:cubicBezTo>
                              <a:pt x="31002" y="112421"/>
                              <a:pt x="120659" y="-29409"/>
                              <a:pt x="255854" y="0"/>
                            </a:cubicBezTo>
                            <a:cubicBezTo>
                              <a:pt x="328261" y="14199"/>
                              <a:pt x="508071" y="128489"/>
                              <a:pt x="511708" y="266366"/>
                            </a:cubicBezTo>
                            <a:cubicBezTo>
                              <a:pt x="528179" y="438814"/>
                              <a:pt x="390814" y="491611"/>
                              <a:pt x="255854" y="532733"/>
                            </a:cubicBezTo>
                            <a:cubicBezTo>
                              <a:pt x="113032" y="509118"/>
                              <a:pt x="21570" y="384605"/>
                              <a:pt x="0" y="266366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Freeform 20">
                <a:extLst>
                  <a:ext uri="{FF2B5EF4-FFF2-40B4-BE49-F238E27FC236}">
                    <a16:creationId xmlns:a16="http://schemas.microsoft.com/office/drawing/2014/main" id="{0FB1F8F4-1DD2-6574-68F2-F466B8F28903}"/>
                  </a:ext>
                </a:extLst>
              </p:cNvPr>
              <p:cNvSpPr/>
              <p:nvPr/>
            </p:nvSpPr>
            <p:spPr>
              <a:xfrm>
                <a:off x="11137592" y="12295975"/>
                <a:ext cx="687364" cy="592145"/>
              </a:xfrm>
              <a:custGeom>
                <a:avLst/>
                <a:gdLst>
                  <a:gd name="connsiteX0" fmla="*/ 868935 w 3025431"/>
                  <a:gd name="connsiteY0" fmla="*/ 783157 h 2956139"/>
                  <a:gd name="connsiteX1" fmla="*/ 2350495 w 3025431"/>
                  <a:gd name="connsiteY1" fmla="*/ 922053 h 2956139"/>
                  <a:gd name="connsiteX2" fmla="*/ 2362070 w 3025431"/>
                  <a:gd name="connsiteY2" fmla="*/ 1952200 h 2956139"/>
                  <a:gd name="connsiteX3" fmla="*/ 1656014 w 3025431"/>
                  <a:gd name="connsiteY3" fmla="*/ 2473061 h 2956139"/>
                  <a:gd name="connsiteX4" fmla="*/ 1667589 w 3025431"/>
                  <a:gd name="connsiteY4" fmla="*/ 1454489 h 2956139"/>
                  <a:gd name="connsiteX5" fmla="*/ 949958 w 3025431"/>
                  <a:gd name="connsiteY5" fmla="*/ 1616534 h 2956139"/>
                  <a:gd name="connsiteX6" fmla="*/ 973108 w 3025431"/>
                  <a:gd name="connsiteY6" fmla="*/ 678985 h 2956139"/>
                  <a:gd name="connsiteX7" fmla="*/ 2558839 w 3025431"/>
                  <a:gd name="connsiteY7" fmla="*/ 2276291 h 2956139"/>
                  <a:gd name="connsiteX8" fmla="*/ 2373644 w 3025431"/>
                  <a:gd name="connsiteY8" fmla="*/ 516940 h 2956139"/>
                  <a:gd name="connsiteX9" fmla="*/ 1274049 w 3025431"/>
                  <a:gd name="connsiteY9" fmla="*/ 1755431 h 2956139"/>
                  <a:gd name="connsiteX10" fmla="*/ 730039 w 3025431"/>
                  <a:gd name="connsiteY10" fmla="*/ 2461486 h 2956139"/>
                  <a:gd name="connsiteX11" fmla="*/ 452247 w 3025431"/>
                  <a:gd name="connsiteY11" fmla="*/ 1026226 h 2956139"/>
                  <a:gd name="connsiteX12" fmla="*/ 1493968 w 3025431"/>
                  <a:gd name="connsiteY12" fmla="*/ 2716129 h 2956139"/>
                  <a:gd name="connsiteX13" fmla="*/ 313351 w 3025431"/>
                  <a:gd name="connsiteY13" fmla="*/ 2461486 h 2956139"/>
                  <a:gd name="connsiteX14" fmla="*/ 1007832 w 3025431"/>
                  <a:gd name="connsiteY14" fmla="*/ 1026226 h 2956139"/>
                  <a:gd name="connsiteX15" fmla="*/ 278627 w 3025431"/>
                  <a:gd name="connsiteY15" fmla="*/ 1014651 h 2956139"/>
                  <a:gd name="connsiteX16" fmla="*/ 834211 w 3025431"/>
                  <a:gd name="connsiteY16" fmla="*/ 2253142 h 2956139"/>
                  <a:gd name="connsiteX17" fmla="*/ 2396794 w 3025431"/>
                  <a:gd name="connsiteY17" fmla="*/ 2646681 h 2956139"/>
                  <a:gd name="connsiteX18" fmla="*/ 1875933 w 3025431"/>
                  <a:gd name="connsiteY18" fmla="*/ 1014651 h 2956139"/>
                  <a:gd name="connsiteX19" fmla="*/ 649016 w 3025431"/>
                  <a:gd name="connsiteY19" fmla="*/ 2253142 h 2956139"/>
                  <a:gd name="connsiteX20" fmla="*/ 510120 w 3025431"/>
                  <a:gd name="connsiteY20" fmla="*/ 887329 h 2956139"/>
                  <a:gd name="connsiteX21" fmla="*/ 1748611 w 3025431"/>
                  <a:gd name="connsiteY21" fmla="*/ 493790 h 2956139"/>
                  <a:gd name="connsiteX22" fmla="*/ 1794910 w 3025431"/>
                  <a:gd name="connsiteY22" fmla="*/ 366469 h 2956139"/>
                  <a:gd name="connsiteX23" fmla="*/ 2408368 w 3025431"/>
                  <a:gd name="connsiteY23" fmla="*/ 1512362 h 2956139"/>
                  <a:gd name="connsiteX24" fmla="*/ 2373644 w 3025431"/>
                  <a:gd name="connsiteY24" fmla="*/ 2438337 h 2956139"/>
                  <a:gd name="connsiteX25" fmla="*/ 1401371 w 3025431"/>
                  <a:gd name="connsiteY25" fmla="*/ 2820302 h 2956139"/>
                  <a:gd name="connsiteX26" fmla="*/ 1436095 w 3025431"/>
                  <a:gd name="connsiteY26" fmla="*/ 1431340 h 2956139"/>
                  <a:gd name="connsiteX27" fmla="*/ 787913 w 3025431"/>
                  <a:gd name="connsiteY27" fmla="*/ 887329 h 2956139"/>
                  <a:gd name="connsiteX28" fmla="*/ 1540267 w 3025431"/>
                  <a:gd name="connsiteY28" fmla="*/ 343319 h 2956139"/>
                  <a:gd name="connsiteX29" fmla="*/ 1401371 w 3025431"/>
                  <a:gd name="connsiteY29" fmla="*/ 227572 h 2956139"/>
                  <a:gd name="connsiteX30" fmla="*/ 544844 w 3025431"/>
                  <a:gd name="connsiteY30" fmla="*/ 632686 h 2956139"/>
                  <a:gd name="connsiteX31" fmla="*/ 2061128 w 3025431"/>
                  <a:gd name="connsiteY31" fmla="*/ 42378 h 2956139"/>
                  <a:gd name="connsiteX32" fmla="*/ 2894505 w 3025431"/>
                  <a:gd name="connsiteY32" fmla="*/ 2021648 h 2956139"/>
                  <a:gd name="connsiteX33" fmla="*/ 1887508 w 3025431"/>
                  <a:gd name="connsiteY33" fmla="*/ 2901324 h 2956139"/>
                  <a:gd name="connsiteX34" fmla="*/ 834 w 3025431"/>
                  <a:gd name="connsiteY34" fmla="*/ 528514 h 2956139"/>
                  <a:gd name="connsiteX35" fmla="*/ 2130576 w 3025431"/>
                  <a:gd name="connsiteY35" fmla="*/ 1905902 h 2956139"/>
                  <a:gd name="connsiteX36" fmla="*/ 1528692 w 3025431"/>
                  <a:gd name="connsiteY36" fmla="*/ 2889750 h 2956139"/>
                  <a:gd name="connsiteX37" fmla="*/ 2998677 w 3025431"/>
                  <a:gd name="connsiteY37" fmla="*/ 1315593 h 2956139"/>
                  <a:gd name="connsiteX38" fmla="*/ 2385219 w 3025431"/>
                  <a:gd name="connsiteY38" fmla="*/ 655836 h 2956139"/>
                  <a:gd name="connsiteX39" fmla="*/ 1227751 w 3025431"/>
                  <a:gd name="connsiteY39" fmla="*/ 227572 h 2956139"/>
                  <a:gd name="connsiteX40" fmla="*/ 996257 w 3025431"/>
                  <a:gd name="connsiteY40" fmla="*/ 1141972 h 2956139"/>
                  <a:gd name="connsiteX41" fmla="*/ 1320348 w 3025431"/>
                  <a:gd name="connsiteY41" fmla="*/ 1419765 h 2956139"/>
                  <a:gd name="connsiteX42" fmla="*/ 1366647 w 3025431"/>
                  <a:gd name="connsiteY42" fmla="*/ 1593385 h 2956139"/>
                  <a:gd name="connsiteX43" fmla="*/ 2234748 w 3025431"/>
                  <a:gd name="connsiteY43" fmla="*/ 1801729 h 2956139"/>
                  <a:gd name="connsiteX44" fmla="*/ 614292 w 3025431"/>
                  <a:gd name="connsiteY44" fmla="*/ 1535512 h 2956139"/>
                  <a:gd name="connsiteX45" fmla="*/ 2385219 w 3025431"/>
                  <a:gd name="connsiteY45" fmla="*/ 493790 h 2956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3025431" h="2956139">
                    <a:moveTo>
                      <a:pt x="868935" y="783157"/>
                    </a:moveTo>
                    <a:cubicBezTo>
                      <a:pt x="1485287" y="755185"/>
                      <a:pt x="2101639" y="727213"/>
                      <a:pt x="2350495" y="922053"/>
                    </a:cubicBezTo>
                    <a:cubicBezTo>
                      <a:pt x="2599351" y="1116893"/>
                      <a:pt x="2477817" y="1693699"/>
                      <a:pt x="2362070" y="1952200"/>
                    </a:cubicBezTo>
                    <a:cubicBezTo>
                      <a:pt x="2246323" y="2210701"/>
                      <a:pt x="1771761" y="2556013"/>
                      <a:pt x="1656014" y="2473061"/>
                    </a:cubicBezTo>
                    <a:cubicBezTo>
                      <a:pt x="1540267" y="2390109"/>
                      <a:pt x="1785265" y="1597243"/>
                      <a:pt x="1667589" y="1454489"/>
                    </a:cubicBezTo>
                    <a:cubicBezTo>
                      <a:pt x="1549913" y="1311735"/>
                      <a:pt x="1065705" y="1745785"/>
                      <a:pt x="949958" y="1616534"/>
                    </a:cubicBezTo>
                    <a:cubicBezTo>
                      <a:pt x="834211" y="1487283"/>
                      <a:pt x="704961" y="569026"/>
                      <a:pt x="973108" y="678985"/>
                    </a:cubicBezTo>
                    <a:cubicBezTo>
                      <a:pt x="1241255" y="788944"/>
                      <a:pt x="2325416" y="2303299"/>
                      <a:pt x="2558839" y="2276291"/>
                    </a:cubicBezTo>
                    <a:cubicBezTo>
                      <a:pt x="2792262" y="2249284"/>
                      <a:pt x="2587776" y="603750"/>
                      <a:pt x="2373644" y="516940"/>
                    </a:cubicBezTo>
                    <a:cubicBezTo>
                      <a:pt x="2159512" y="430130"/>
                      <a:pt x="1547983" y="1431340"/>
                      <a:pt x="1274049" y="1755431"/>
                    </a:cubicBezTo>
                    <a:cubicBezTo>
                      <a:pt x="1000115" y="2079522"/>
                      <a:pt x="867006" y="2583020"/>
                      <a:pt x="730039" y="2461486"/>
                    </a:cubicBezTo>
                    <a:cubicBezTo>
                      <a:pt x="593072" y="2339952"/>
                      <a:pt x="324925" y="983785"/>
                      <a:pt x="452247" y="1026226"/>
                    </a:cubicBezTo>
                    <a:cubicBezTo>
                      <a:pt x="579569" y="1068667"/>
                      <a:pt x="1517117" y="2476919"/>
                      <a:pt x="1493968" y="2716129"/>
                    </a:cubicBezTo>
                    <a:cubicBezTo>
                      <a:pt x="1470819" y="2955339"/>
                      <a:pt x="394374" y="2743136"/>
                      <a:pt x="313351" y="2461486"/>
                    </a:cubicBezTo>
                    <a:cubicBezTo>
                      <a:pt x="232328" y="2179836"/>
                      <a:pt x="1013619" y="1267365"/>
                      <a:pt x="1007832" y="1026226"/>
                    </a:cubicBezTo>
                    <a:cubicBezTo>
                      <a:pt x="1002045" y="785087"/>
                      <a:pt x="307564" y="810165"/>
                      <a:pt x="278627" y="1014651"/>
                    </a:cubicBezTo>
                    <a:cubicBezTo>
                      <a:pt x="249690" y="1219137"/>
                      <a:pt x="481183" y="1981137"/>
                      <a:pt x="834211" y="2253142"/>
                    </a:cubicBezTo>
                    <a:cubicBezTo>
                      <a:pt x="1187239" y="2525147"/>
                      <a:pt x="2223174" y="2853096"/>
                      <a:pt x="2396794" y="2646681"/>
                    </a:cubicBezTo>
                    <a:cubicBezTo>
                      <a:pt x="2570414" y="2440266"/>
                      <a:pt x="2167229" y="1080241"/>
                      <a:pt x="1875933" y="1014651"/>
                    </a:cubicBezTo>
                    <a:cubicBezTo>
                      <a:pt x="1584637" y="949061"/>
                      <a:pt x="876652" y="2274362"/>
                      <a:pt x="649016" y="2253142"/>
                    </a:cubicBezTo>
                    <a:cubicBezTo>
                      <a:pt x="421380" y="2231922"/>
                      <a:pt x="326854" y="1180554"/>
                      <a:pt x="510120" y="887329"/>
                    </a:cubicBezTo>
                    <a:cubicBezTo>
                      <a:pt x="693386" y="594104"/>
                      <a:pt x="1534479" y="580600"/>
                      <a:pt x="1748611" y="493790"/>
                    </a:cubicBezTo>
                    <a:cubicBezTo>
                      <a:pt x="1962743" y="406980"/>
                      <a:pt x="1684951" y="196707"/>
                      <a:pt x="1794910" y="366469"/>
                    </a:cubicBezTo>
                    <a:cubicBezTo>
                      <a:pt x="1904869" y="536231"/>
                      <a:pt x="2311912" y="1167051"/>
                      <a:pt x="2408368" y="1512362"/>
                    </a:cubicBezTo>
                    <a:cubicBezTo>
                      <a:pt x="2504824" y="1857673"/>
                      <a:pt x="2541477" y="2220347"/>
                      <a:pt x="2373644" y="2438337"/>
                    </a:cubicBezTo>
                    <a:cubicBezTo>
                      <a:pt x="2205811" y="2656327"/>
                      <a:pt x="1557629" y="2988135"/>
                      <a:pt x="1401371" y="2820302"/>
                    </a:cubicBezTo>
                    <a:cubicBezTo>
                      <a:pt x="1245113" y="2652469"/>
                      <a:pt x="1538338" y="1753502"/>
                      <a:pt x="1436095" y="1431340"/>
                    </a:cubicBezTo>
                    <a:cubicBezTo>
                      <a:pt x="1333852" y="1109178"/>
                      <a:pt x="770551" y="1068666"/>
                      <a:pt x="787913" y="887329"/>
                    </a:cubicBezTo>
                    <a:cubicBezTo>
                      <a:pt x="805275" y="705992"/>
                      <a:pt x="1438024" y="453278"/>
                      <a:pt x="1540267" y="343319"/>
                    </a:cubicBezTo>
                    <a:cubicBezTo>
                      <a:pt x="1642510" y="233360"/>
                      <a:pt x="1567275" y="179344"/>
                      <a:pt x="1401371" y="227572"/>
                    </a:cubicBezTo>
                    <a:cubicBezTo>
                      <a:pt x="1235467" y="275800"/>
                      <a:pt x="434884" y="663552"/>
                      <a:pt x="544844" y="632686"/>
                    </a:cubicBezTo>
                    <a:cubicBezTo>
                      <a:pt x="654803" y="601820"/>
                      <a:pt x="1669518" y="-189116"/>
                      <a:pt x="2061128" y="42378"/>
                    </a:cubicBezTo>
                    <a:cubicBezTo>
                      <a:pt x="2452738" y="273872"/>
                      <a:pt x="2923442" y="1545157"/>
                      <a:pt x="2894505" y="2021648"/>
                    </a:cubicBezTo>
                    <a:cubicBezTo>
                      <a:pt x="2865568" y="2498139"/>
                      <a:pt x="2369786" y="3150180"/>
                      <a:pt x="1887508" y="2901324"/>
                    </a:cubicBezTo>
                    <a:cubicBezTo>
                      <a:pt x="1405230" y="2652468"/>
                      <a:pt x="-39677" y="694418"/>
                      <a:pt x="834" y="528514"/>
                    </a:cubicBezTo>
                    <a:cubicBezTo>
                      <a:pt x="41345" y="362610"/>
                      <a:pt x="1875933" y="1512363"/>
                      <a:pt x="2130576" y="1905902"/>
                    </a:cubicBezTo>
                    <a:cubicBezTo>
                      <a:pt x="2385219" y="2299441"/>
                      <a:pt x="1384009" y="2988135"/>
                      <a:pt x="1528692" y="2889750"/>
                    </a:cubicBezTo>
                    <a:cubicBezTo>
                      <a:pt x="1673375" y="2791365"/>
                      <a:pt x="2855923" y="1687912"/>
                      <a:pt x="2998677" y="1315593"/>
                    </a:cubicBezTo>
                    <a:cubicBezTo>
                      <a:pt x="3141431" y="943274"/>
                      <a:pt x="2680373" y="837173"/>
                      <a:pt x="2385219" y="655836"/>
                    </a:cubicBezTo>
                    <a:cubicBezTo>
                      <a:pt x="2090065" y="474499"/>
                      <a:pt x="1459245" y="146549"/>
                      <a:pt x="1227751" y="227572"/>
                    </a:cubicBezTo>
                    <a:cubicBezTo>
                      <a:pt x="996257" y="308595"/>
                      <a:pt x="980824" y="943273"/>
                      <a:pt x="996257" y="1141972"/>
                    </a:cubicBezTo>
                    <a:cubicBezTo>
                      <a:pt x="1011690" y="1340671"/>
                      <a:pt x="1258616" y="1344530"/>
                      <a:pt x="1320348" y="1419765"/>
                    </a:cubicBezTo>
                    <a:cubicBezTo>
                      <a:pt x="1382080" y="1495001"/>
                      <a:pt x="1214247" y="1529724"/>
                      <a:pt x="1366647" y="1593385"/>
                    </a:cubicBezTo>
                    <a:cubicBezTo>
                      <a:pt x="1519047" y="1657046"/>
                      <a:pt x="2360141" y="1811375"/>
                      <a:pt x="2234748" y="1801729"/>
                    </a:cubicBezTo>
                    <a:cubicBezTo>
                      <a:pt x="2109356" y="1792084"/>
                      <a:pt x="589214" y="1753502"/>
                      <a:pt x="614292" y="1535512"/>
                    </a:cubicBezTo>
                    <a:cubicBezTo>
                      <a:pt x="639370" y="1317522"/>
                      <a:pt x="2124789" y="376114"/>
                      <a:pt x="2385219" y="493790"/>
                    </a:cubicBezTo>
                  </a:path>
                </a:pathLst>
              </a:custGeom>
              <a:solidFill>
                <a:srgbClr val="B78FA2"/>
              </a:solidFill>
              <a:ln w="19050"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48">
              <a:extLst>
                <a:ext uri="{FF2B5EF4-FFF2-40B4-BE49-F238E27FC236}">
                  <a16:creationId xmlns:a16="http://schemas.microsoft.com/office/drawing/2014/main" id="{F916AF91-CB6A-A906-037E-3850B1801844}"/>
                </a:ext>
              </a:extLst>
            </p:cNvPr>
            <p:cNvGrpSpPr/>
            <p:nvPr/>
          </p:nvGrpSpPr>
          <p:grpSpPr>
            <a:xfrm rot="6576251" flipV="1">
              <a:off x="3289054" y="2902776"/>
              <a:ext cx="344466" cy="359506"/>
              <a:chOff x="8444420" y="14005332"/>
              <a:chExt cx="781111" cy="747141"/>
            </a:xfrm>
            <a:solidFill>
              <a:srgbClr val="D0CBED"/>
            </a:solidFill>
          </p:grpSpPr>
          <p:sp>
            <p:nvSpPr>
              <p:cNvPr id="25" name="Oval 110">
                <a:extLst>
                  <a:ext uri="{FF2B5EF4-FFF2-40B4-BE49-F238E27FC236}">
                    <a16:creationId xmlns:a16="http://schemas.microsoft.com/office/drawing/2014/main" id="{A137ED0B-6B6B-7E4B-3C47-DE333B53A4BE}"/>
                  </a:ext>
                </a:extLst>
              </p:cNvPr>
              <p:cNvSpPr/>
              <p:nvPr/>
            </p:nvSpPr>
            <p:spPr>
              <a:xfrm>
                <a:off x="8444420" y="14005332"/>
                <a:ext cx="781111" cy="747141"/>
              </a:xfrm>
              <a:custGeom>
                <a:avLst/>
                <a:gdLst>
                  <a:gd name="csX0" fmla="*/ 0 w 781111"/>
                  <a:gd name="csY0" fmla="*/ 373571 h 747141"/>
                  <a:gd name="csX1" fmla="*/ 390556 w 781111"/>
                  <a:gd name="csY1" fmla="*/ 0 h 747141"/>
                  <a:gd name="csX2" fmla="*/ 781112 w 781111"/>
                  <a:gd name="csY2" fmla="*/ 373571 h 747141"/>
                  <a:gd name="csX3" fmla="*/ 390556 w 781111"/>
                  <a:gd name="csY3" fmla="*/ 747142 h 747141"/>
                  <a:gd name="csX4" fmla="*/ 0 w 781111"/>
                  <a:gd name="csY4" fmla="*/ 373571 h 747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81111" h="747141" fill="none" extrusionOk="0">
                    <a:moveTo>
                      <a:pt x="0" y="373571"/>
                    </a:moveTo>
                    <a:cubicBezTo>
                      <a:pt x="39844" y="169593"/>
                      <a:pt x="171719" y="-36412"/>
                      <a:pt x="390556" y="0"/>
                    </a:cubicBezTo>
                    <a:cubicBezTo>
                      <a:pt x="555316" y="15183"/>
                      <a:pt x="812805" y="168665"/>
                      <a:pt x="781112" y="373571"/>
                    </a:cubicBezTo>
                    <a:cubicBezTo>
                      <a:pt x="756318" y="581249"/>
                      <a:pt x="596479" y="703258"/>
                      <a:pt x="390556" y="747142"/>
                    </a:cubicBezTo>
                    <a:cubicBezTo>
                      <a:pt x="170574" y="732946"/>
                      <a:pt x="13437" y="585873"/>
                      <a:pt x="0" y="373571"/>
                    </a:cubicBezTo>
                    <a:close/>
                  </a:path>
                  <a:path w="781111" h="747141" stroke="0" extrusionOk="0">
                    <a:moveTo>
                      <a:pt x="0" y="373571"/>
                    </a:moveTo>
                    <a:cubicBezTo>
                      <a:pt x="23519" y="126454"/>
                      <a:pt x="220691" y="-19339"/>
                      <a:pt x="390556" y="0"/>
                    </a:cubicBezTo>
                    <a:cubicBezTo>
                      <a:pt x="581003" y="2398"/>
                      <a:pt x="723081" y="186819"/>
                      <a:pt x="781112" y="373571"/>
                    </a:cubicBezTo>
                    <a:cubicBezTo>
                      <a:pt x="788573" y="585447"/>
                      <a:pt x="606283" y="742333"/>
                      <a:pt x="390556" y="747142"/>
                    </a:cubicBezTo>
                    <a:cubicBezTo>
                      <a:pt x="177474" y="719757"/>
                      <a:pt x="16158" y="537953"/>
                      <a:pt x="0" y="373571"/>
                    </a:cubicBezTo>
                    <a:close/>
                  </a:path>
                </a:pathLst>
              </a:custGeom>
              <a:solidFill>
                <a:srgbClr val="B78FA2"/>
              </a:solidFill>
              <a:ln w="57150">
                <a:solidFill>
                  <a:srgbClr val="96607A"/>
                </a:solidFill>
                <a:prstDash val="sysDash"/>
                <a:extLst>
                  <a:ext uri="{C807C97D-BFC1-408E-A445-0C87EB9F89A2}">
                    <ask:lineSketchStyleProps xmlns:ask="http://schemas.microsoft.com/office/drawing/2018/sketchyshapes" sd="1610548766">
                      <a:custGeom>
                        <a:avLst/>
                        <a:gdLst>
                          <a:gd name="connsiteX0" fmla="*/ 0 w 344466"/>
                          <a:gd name="connsiteY0" fmla="*/ 179753 h 359506"/>
                          <a:gd name="connsiteX1" fmla="*/ 172233 w 344466"/>
                          <a:gd name="connsiteY1" fmla="*/ 0 h 359506"/>
                          <a:gd name="connsiteX2" fmla="*/ 344466 w 344466"/>
                          <a:gd name="connsiteY2" fmla="*/ 179753 h 359506"/>
                          <a:gd name="connsiteX3" fmla="*/ 172233 w 344466"/>
                          <a:gd name="connsiteY3" fmla="*/ 359506 h 359506"/>
                          <a:gd name="connsiteX4" fmla="*/ 0 w 344466"/>
                          <a:gd name="connsiteY4" fmla="*/ 179753 h 359506"/>
                          <a:gd name="connsiteX0" fmla="*/ 0 w 344466"/>
                          <a:gd name="connsiteY0" fmla="*/ 179753 h 359506"/>
                          <a:gd name="connsiteX1" fmla="*/ 172233 w 344466"/>
                          <a:gd name="connsiteY1" fmla="*/ 0 h 359506"/>
                          <a:gd name="connsiteX2" fmla="*/ 344466 w 344466"/>
                          <a:gd name="connsiteY2" fmla="*/ 179753 h 359506"/>
                          <a:gd name="connsiteX3" fmla="*/ 172233 w 344466"/>
                          <a:gd name="connsiteY3" fmla="*/ 359506 h 359506"/>
                          <a:gd name="connsiteX4" fmla="*/ 0 w 344466"/>
                          <a:gd name="connsiteY4" fmla="*/ 179753 h 35950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44466" h="359506" fill="none" extrusionOk="0">
                            <a:moveTo>
                              <a:pt x="0" y="179753"/>
                            </a:moveTo>
                            <a:cubicBezTo>
                              <a:pt x="31217" y="82405"/>
                              <a:pt x="73256" y="-46180"/>
                              <a:pt x="172233" y="0"/>
                            </a:cubicBezTo>
                            <a:cubicBezTo>
                              <a:pt x="237092" y="9630"/>
                              <a:pt x="376194" y="81948"/>
                              <a:pt x="344466" y="179753"/>
                            </a:cubicBezTo>
                            <a:cubicBezTo>
                              <a:pt x="314882" y="280705"/>
                              <a:pt x="257884" y="315225"/>
                              <a:pt x="172233" y="359506"/>
                            </a:cubicBezTo>
                            <a:cubicBezTo>
                              <a:pt x="71864" y="341547"/>
                              <a:pt x="13924" y="285470"/>
                              <a:pt x="0" y="179753"/>
                            </a:cubicBezTo>
                            <a:close/>
                          </a:path>
                          <a:path w="344466" h="359506" stroke="0" extrusionOk="0">
                            <a:moveTo>
                              <a:pt x="0" y="179753"/>
                            </a:moveTo>
                            <a:cubicBezTo>
                              <a:pt x="-4479" y="51873"/>
                              <a:pt x="97636" y="10295"/>
                              <a:pt x="172233" y="0"/>
                            </a:cubicBezTo>
                            <a:cubicBezTo>
                              <a:pt x="279958" y="1221"/>
                              <a:pt x="325009" y="87877"/>
                              <a:pt x="344466" y="179753"/>
                            </a:cubicBezTo>
                            <a:cubicBezTo>
                              <a:pt x="323392" y="275814"/>
                              <a:pt x="273782" y="376181"/>
                              <a:pt x="172233" y="359506"/>
                            </a:cubicBezTo>
                            <a:cubicBezTo>
                              <a:pt x="82579" y="327373"/>
                              <a:pt x="-13364" y="263630"/>
                              <a:pt x="0" y="179753"/>
                            </a:cubicBezTo>
                            <a:close/>
                          </a:path>
                          <a:path w="344466" h="359506" fill="none" stroke="0" extrusionOk="0">
                            <a:moveTo>
                              <a:pt x="0" y="179753"/>
                            </a:moveTo>
                            <a:cubicBezTo>
                              <a:pt x="27346" y="64646"/>
                              <a:pt x="94777" y="-25559"/>
                              <a:pt x="172233" y="0"/>
                            </a:cubicBezTo>
                            <a:cubicBezTo>
                              <a:pt x="220535" y="9618"/>
                              <a:pt x="343557" y="86176"/>
                              <a:pt x="344466" y="179753"/>
                            </a:cubicBezTo>
                            <a:cubicBezTo>
                              <a:pt x="337554" y="282678"/>
                              <a:pt x="263164" y="318277"/>
                              <a:pt x="172233" y="359506"/>
                            </a:cubicBezTo>
                            <a:cubicBezTo>
                              <a:pt x="76905" y="335053"/>
                              <a:pt x="11793" y="266678"/>
                              <a:pt x="0" y="179753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Freeform 20">
                <a:extLst>
                  <a:ext uri="{FF2B5EF4-FFF2-40B4-BE49-F238E27FC236}">
                    <a16:creationId xmlns:a16="http://schemas.microsoft.com/office/drawing/2014/main" id="{7BBF9767-381C-7E77-A1BA-3189B82ACCA1}"/>
                  </a:ext>
                </a:extLst>
              </p:cNvPr>
              <p:cNvSpPr/>
              <p:nvPr/>
            </p:nvSpPr>
            <p:spPr>
              <a:xfrm>
                <a:off x="8480287" y="14064643"/>
                <a:ext cx="687364" cy="592145"/>
              </a:xfrm>
              <a:custGeom>
                <a:avLst/>
                <a:gdLst>
                  <a:gd name="connsiteX0" fmla="*/ 868935 w 3025431"/>
                  <a:gd name="connsiteY0" fmla="*/ 783157 h 2956139"/>
                  <a:gd name="connsiteX1" fmla="*/ 2350495 w 3025431"/>
                  <a:gd name="connsiteY1" fmla="*/ 922053 h 2956139"/>
                  <a:gd name="connsiteX2" fmla="*/ 2362070 w 3025431"/>
                  <a:gd name="connsiteY2" fmla="*/ 1952200 h 2956139"/>
                  <a:gd name="connsiteX3" fmla="*/ 1656014 w 3025431"/>
                  <a:gd name="connsiteY3" fmla="*/ 2473061 h 2956139"/>
                  <a:gd name="connsiteX4" fmla="*/ 1667589 w 3025431"/>
                  <a:gd name="connsiteY4" fmla="*/ 1454489 h 2956139"/>
                  <a:gd name="connsiteX5" fmla="*/ 949958 w 3025431"/>
                  <a:gd name="connsiteY5" fmla="*/ 1616534 h 2956139"/>
                  <a:gd name="connsiteX6" fmla="*/ 973108 w 3025431"/>
                  <a:gd name="connsiteY6" fmla="*/ 678985 h 2956139"/>
                  <a:gd name="connsiteX7" fmla="*/ 2558839 w 3025431"/>
                  <a:gd name="connsiteY7" fmla="*/ 2276291 h 2956139"/>
                  <a:gd name="connsiteX8" fmla="*/ 2373644 w 3025431"/>
                  <a:gd name="connsiteY8" fmla="*/ 516940 h 2956139"/>
                  <a:gd name="connsiteX9" fmla="*/ 1274049 w 3025431"/>
                  <a:gd name="connsiteY9" fmla="*/ 1755431 h 2956139"/>
                  <a:gd name="connsiteX10" fmla="*/ 730039 w 3025431"/>
                  <a:gd name="connsiteY10" fmla="*/ 2461486 h 2956139"/>
                  <a:gd name="connsiteX11" fmla="*/ 452247 w 3025431"/>
                  <a:gd name="connsiteY11" fmla="*/ 1026226 h 2956139"/>
                  <a:gd name="connsiteX12" fmla="*/ 1493968 w 3025431"/>
                  <a:gd name="connsiteY12" fmla="*/ 2716129 h 2956139"/>
                  <a:gd name="connsiteX13" fmla="*/ 313351 w 3025431"/>
                  <a:gd name="connsiteY13" fmla="*/ 2461486 h 2956139"/>
                  <a:gd name="connsiteX14" fmla="*/ 1007832 w 3025431"/>
                  <a:gd name="connsiteY14" fmla="*/ 1026226 h 2956139"/>
                  <a:gd name="connsiteX15" fmla="*/ 278627 w 3025431"/>
                  <a:gd name="connsiteY15" fmla="*/ 1014651 h 2956139"/>
                  <a:gd name="connsiteX16" fmla="*/ 834211 w 3025431"/>
                  <a:gd name="connsiteY16" fmla="*/ 2253142 h 2956139"/>
                  <a:gd name="connsiteX17" fmla="*/ 2396794 w 3025431"/>
                  <a:gd name="connsiteY17" fmla="*/ 2646681 h 2956139"/>
                  <a:gd name="connsiteX18" fmla="*/ 1875933 w 3025431"/>
                  <a:gd name="connsiteY18" fmla="*/ 1014651 h 2956139"/>
                  <a:gd name="connsiteX19" fmla="*/ 649016 w 3025431"/>
                  <a:gd name="connsiteY19" fmla="*/ 2253142 h 2956139"/>
                  <a:gd name="connsiteX20" fmla="*/ 510120 w 3025431"/>
                  <a:gd name="connsiteY20" fmla="*/ 887329 h 2956139"/>
                  <a:gd name="connsiteX21" fmla="*/ 1748611 w 3025431"/>
                  <a:gd name="connsiteY21" fmla="*/ 493790 h 2956139"/>
                  <a:gd name="connsiteX22" fmla="*/ 1794910 w 3025431"/>
                  <a:gd name="connsiteY22" fmla="*/ 366469 h 2956139"/>
                  <a:gd name="connsiteX23" fmla="*/ 2408368 w 3025431"/>
                  <a:gd name="connsiteY23" fmla="*/ 1512362 h 2956139"/>
                  <a:gd name="connsiteX24" fmla="*/ 2373644 w 3025431"/>
                  <a:gd name="connsiteY24" fmla="*/ 2438337 h 2956139"/>
                  <a:gd name="connsiteX25" fmla="*/ 1401371 w 3025431"/>
                  <a:gd name="connsiteY25" fmla="*/ 2820302 h 2956139"/>
                  <a:gd name="connsiteX26" fmla="*/ 1436095 w 3025431"/>
                  <a:gd name="connsiteY26" fmla="*/ 1431340 h 2956139"/>
                  <a:gd name="connsiteX27" fmla="*/ 787913 w 3025431"/>
                  <a:gd name="connsiteY27" fmla="*/ 887329 h 2956139"/>
                  <a:gd name="connsiteX28" fmla="*/ 1540267 w 3025431"/>
                  <a:gd name="connsiteY28" fmla="*/ 343319 h 2956139"/>
                  <a:gd name="connsiteX29" fmla="*/ 1401371 w 3025431"/>
                  <a:gd name="connsiteY29" fmla="*/ 227572 h 2956139"/>
                  <a:gd name="connsiteX30" fmla="*/ 544844 w 3025431"/>
                  <a:gd name="connsiteY30" fmla="*/ 632686 h 2956139"/>
                  <a:gd name="connsiteX31" fmla="*/ 2061128 w 3025431"/>
                  <a:gd name="connsiteY31" fmla="*/ 42378 h 2956139"/>
                  <a:gd name="connsiteX32" fmla="*/ 2894505 w 3025431"/>
                  <a:gd name="connsiteY32" fmla="*/ 2021648 h 2956139"/>
                  <a:gd name="connsiteX33" fmla="*/ 1887508 w 3025431"/>
                  <a:gd name="connsiteY33" fmla="*/ 2901324 h 2956139"/>
                  <a:gd name="connsiteX34" fmla="*/ 834 w 3025431"/>
                  <a:gd name="connsiteY34" fmla="*/ 528514 h 2956139"/>
                  <a:gd name="connsiteX35" fmla="*/ 2130576 w 3025431"/>
                  <a:gd name="connsiteY35" fmla="*/ 1905902 h 2956139"/>
                  <a:gd name="connsiteX36" fmla="*/ 1528692 w 3025431"/>
                  <a:gd name="connsiteY36" fmla="*/ 2889750 h 2956139"/>
                  <a:gd name="connsiteX37" fmla="*/ 2998677 w 3025431"/>
                  <a:gd name="connsiteY37" fmla="*/ 1315593 h 2956139"/>
                  <a:gd name="connsiteX38" fmla="*/ 2385219 w 3025431"/>
                  <a:gd name="connsiteY38" fmla="*/ 655836 h 2956139"/>
                  <a:gd name="connsiteX39" fmla="*/ 1227751 w 3025431"/>
                  <a:gd name="connsiteY39" fmla="*/ 227572 h 2956139"/>
                  <a:gd name="connsiteX40" fmla="*/ 996257 w 3025431"/>
                  <a:gd name="connsiteY40" fmla="*/ 1141972 h 2956139"/>
                  <a:gd name="connsiteX41" fmla="*/ 1320348 w 3025431"/>
                  <a:gd name="connsiteY41" fmla="*/ 1419765 h 2956139"/>
                  <a:gd name="connsiteX42" fmla="*/ 1366647 w 3025431"/>
                  <a:gd name="connsiteY42" fmla="*/ 1593385 h 2956139"/>
                  <a:gd name="connsiteX43" fmla="*/ 2234748 w 3025431"/>
                  <a:gd name="connsiteY43" fmla="*/ 1801729 h 2956139"/>
                  <a:gd name="connsiteX44" fmla="*/ 614292 w 3025431"/>
                  <a:gd name="connsiteY44" fmla="*/ 1535512 h 2956139"/>
                  <a:gd name="connsiteX45" fmla="*/ 2385219 w 3025431"/>
                  <a:gd name="connsiteY45" fmla="*/ 493790 h 2956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3025431" h="2956139">
                    <a:moveTo>
                      <a:pt x="868935" y="783157"/>
                    </a:moveTo>
                    <a:cubicBezTo>
                      <a:pt x="1485287" y="755185"/>
                      <a:pt x="2101639" y="727213"/>
                      <a:pt x="2350495" y="922053"/>
                    </a:cubicBezTo>
                    <a:cubicBezTo>
                      <a:pt x="2599351" y="1116893"/>
                      <a:pt x="2477817" y="1693699"/>
                      <a:pt x="2362070" y="1952200"/>
                    </a:cubicBezTo>
                    <a:cubicBezTo>
                      <a:pt x="2246323" y="2210701"/>
                      <a:pt x="1771761" y="2556013"/>
                      <a:pt x="1656014" y="2473061"/>
                    </a:cubicBezTo>
                    <a:cubicBezTo>
                      <a:pt x="1540267" y="2390109"/>
                      <a:pt x="1785265" y="1597243"/>
                      <a:pt x="1667589" y="1454489"/>
                    </a:cubicBezTo>
                    <a:cubicBezTo>
                      <a:pt x="1549913" y="1311735"/>
                      <a:pt x="1065705" y="1745785"/>
                      <a:pt x="949958" y="1616534"/>
                    </a:cubicBezTo>
                    <a:cubicBezTo>
                      <a:pt x="834211" y="1487283"/>
                      <a:pt x="704961" y="569026"/>
                      <a:pt x="973108" y="678985"/>
                    </a:cubicBezTo>
                    <a:cubicBezTo>
                      <a:pt x="1241255" y="788944"/>
                      <a:pt x="2325416" y="2303299"/>
                      <a:pt x="2558839" y="2276291"/>
                    </a:cubicBezTo>
                    <a:cubicBezTo>
                      <a:pt x="2792262" y="2249284"/>
                      <a:pt x="2587776" y="603750"/>
                      <a:pt x="2373644" y="516940"/>
                    </a:cubicBezTo>
                    <a:cubicBezTo>
                      <a:pt x="2159512" y="430130"/>
                      <a:pt x="1547983" y="1431340"/>
                      <a:pt x="1274049" y="1755431"/>
                    </a:cubicBezTo>
                    <a:cubicBezTo>
                      <a:pt x="1000115" y="2079522"/>
                      <a:pt x="867006" y="2583020"/>
                      <a:pt x="730039" y="2461486"/>
                    </a:cubicBezTo>
                    <a:cubicBezTo>
                      <a:pt x="593072" y="2339952"/>
                      <a:pt x="324925" y="983785"/>
                      <a:pt x="452247" y="1026226"/>
                    </a:cubicBezTo>
                    <a:cubicBezTo>
                      <a:pt x="579569" y="1068667"/>
                      <a:pt x="1517117" y="2476919"/>
                      <a:pt x="1493968" y="2716129"/>
                    </a:cubicBezTo>
                    <a:cubicBezTo>
                      <a:pt x="1470819" y="2955339"/>
                      <a:pt x="394374" y="2743136"/>
                      <a:pt x="313351" y="2461486"/>
                    </a:cubicBezTo>
                    <a:cubicBezTo>
                      <a:pt x="232328" y="2179836"/>
                      <a:pt x="1013619" y="1267365"/>
                      <a:pt x="1007832" y="1026226"/>
                    </a:cubicBezTo>
                    <a:cubicBezTo>
                      <a:pt x="1002045" y="785087"/>
                      <a:pt x="307564" y="810165"/>
                      <a:pt x="278627" y="1014651"/>
                    </a:cubicBezTo>
                    <a:cubicBezTo>
                      <a:pt x="249690" y="1219137"/>
                      <a:pt x="481183" y="1981137"/>
                      <a:pt x="834211" y="2253142"/>
                    </a:cubicBezTo>
                    <a:cubicBezTo>
                      <a:pt x="1187239" y="2525147"/>
                      <a:pt x="2223174" y="2853096"/>
                      <a:pt x="2396794" y="2646681"/>
                    </a:cubicBezTo>
                    <a:cubicBezTo>
                      <a:pt x="2570414" y="2440266"/>
                      <a:pt x="2167229" y="1080241"/>
                      <a:pt x="1875933" y="1014651"/>
                    </a:cubicBezTo>
                    <a:cubicBezTo>
                      <a:pt x="1584637" y="949061"/>
                      <a:pt x="876652" y="2274362"/>
                      <a:pt x="649016" y="2253142"/>
                    </a:cubicBezTo>
                    <a:cubicBezTo>
                      <a:pt x="421380" y="2231922"/>
                      <a:pt x="326854" y="1180554"/>
                      <a:pt x="510120" y="887329"/>
                    </a:cubicBezTo>
                    <a:cubicBezTo>
                      <a:pt x="693386" y="594104"/>
                      <a:pt x="1534479" y="580600"/>
                      <a:pt x="1748611" y="493790"/>
                    </a:cubicBezTo>
                    <a:cubicBezTo>
                      <a:pt x="1962743" y="406980"/>
                      <a:pt x="1684951" y="196707"/>
                      <a:pt x="1794910" y="366469"/>
                    </a:cubicBezTo>
                    <a:cubicBezTo>
                      <a:pt x="1904869" y="536231"/>
                      <a:pt x="2311912" y="1167051"/>
                      <a:pt x="2408368" y="1512362"/>
                    </a:cubicBezTo>
                    <a:cubicBezTo>
                      <a:pt x="2504824" y="1857673"/>
                      <a:pt x="2541477" y="2220347"/>
                      <a:pt x="2373644" y="2438337"/>
                    </a:cubicBezTo>
                    <a:cubicBezTo>
                      <a:pt x="2205811" y="2656327"/>
                      <a:pt x="1557629" y="2988135"/>
                      <a:pt x="1401371" y="2820302"/>
                    </a:cubicBezTo>
                    <a:cubicBezTo>
                      <a:pt x="1245113" y="2652469"/>
                      <a:pt x="1538338" y="1753502"/>
                      <a:pt x="1436095" y="1431340"/>
                    </a:cubicBezTo>
                    <a:cubicBezTo>
                      <a:pt x="1333852" y="1109178"/>
                      <a:pt x="770551" y="1068666"/>
                      <a:pt x="787913" y="887329"/>
                    </a:cubicBezTo>
                    <a:cubicBezTo>
                      <a:pt x="805275" y="705992"/>
                      <a:pt x="1438024" y="453278"/>
                      <a:pt x="1540267" y="343319"/>
                    </a:cubicBezTo>
                    <a:cubicBezTo>
                      <a:pt x="1642510" y="233360"/>
                      <a:pt x="1567275" y="179344"/>
                      <a:pt x="1401371" y="227572"/>
                    </a:cubicBezTo>
                    <a:cubicBezTo>
                      <a:pt x="1235467" y="275800"/>
                      <a:pt x="434884" y="663552"/>
                      <a:pt x="544844" y="632686"/>
                    </a:cubicBezTo>
                    <a:cubicBezTo>
                      <a:pt x="654803" y="601820"/>
                      <a:pt x="1669518" y="-189116"/>
                      <a:pt x="2061128" y="42378"/>
                    </a:cubicBezTo>
                    <a:cubicBezTo>
                      <a:pt x="2452738" y="273872"/>
                      <a:pt x="2923442" y="1545157"/>
                      <a:pt x="2894505" y="2021648"/>
                    </a:cubicBezTo>
                    <a:cubicBezTo>
                      <a:pt x="2865568" y="2498139"/>
                      <a:pt x="2369786" y="3150180"/>
                      <a:pt x="1887508" y="2901324"/>
                    </a:cubicBezTo>
                    <a:cubicBezTo>
                      <a:pt x="1405230" y="2652468"/>
                      <a:pt x="-39677" y="694418"/>
                      <a:pt x="834" y="528514"/>
                    </a:cubicBezTo>
                    <a:cubicBezTo>
                      <a:pt x="41345" y="362610"/>
                      <a:pt x="1875933" y="1512363"/>
                      <a:pt x="2130576" y="1905902"/>
                    </a:cubicBezTo>
                    <a:cubicBezTo>
                      <a:pt x="2385219" y="2299441"/>
                      <a:pt x="1384009" y="2988135"/>
                      <a:pt x="1528692" y="2889750"/>
                    </a:cubicBezTo>
                    <a:cubicBezTo>
                      <a:pt x="1673375" y="2791365"/>
                      <a:pt x="2855923" y="1687912"/>
                      <a:pt x="2998677" y="1315593"/>
                    </a:cubicBezTo>
                    <a:cubicBezTo>
                      <a:pt x="3141431" y="943274"/>
                      <a:pt x="2680373" y="837173"/>
                      <a:pt x="2385219" y="655836"/>
                    </a:cubicBezTo>
                    <a:cubicBezTo>
                      <a:pt x="2090065" y="474499"/>
                      <a:pt x="1459245" y="146549"/>
                      <a:pt x="1227751" y="227572"/>
                    </a:cubicBezTo>
                    <a:cubicBezTo>
                      <a:pt x="996257" y="308595"/>
                      <a:pt x="980824" y="943273"/>
                      <a:pt x="996257" y="1141972"/>
                    </a:cubicBezTo>
                    <a:cubicBezTo>
                      <a:pt x="1011690" y="1340671"/>
                      <a:pt x="1258616" y="1344530"/>
                      <a:pt x="1320348" y="1419765"/>
                    </a:cubicBezTo>
                    <a:cubicBezTo>
                      <a:pt x="1382080" y="1495001"/>
                      <a:pt x="1214247" y="1529724"/>
                      <a:pt x="1366647" y="1593385"/>
                    </a:cubicBezTo>
                    <a:cubicBezTo>
                      <a:pt x="1519047" y="1657046"/>
                      <a:pt x="2360141" y="1811375"/>
                      <a:pt x="2234748" y="1801729"/>
                    </a:cubicBezTo>
                    <a:cubicBezTo>
                      <a:pt x="2109356" y="1792084"/>
                      <a:pt x="589214" y="1753502"/>
                      <a:pt x="614292" y="1535512"/>
                    </a:cubicBezTo>
                    <a:cubicBezTo>
                      <a:pt x="639370" y="1317522"/>
                      <a:pt x="2124789" y="376114"/>
                      <a:pt x="2385219" y="493790"/>
                    </a:cubicBezTo>
                  </a:path>
                </a:pathLst>
              </a:custGeom>
              <a:solidFill>
                <a:srgbClr val="B78FA2"/>
              </a:solidFill>
              <a:ln w="19050"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233004A6-FD5C-BF29-D676-27D6D4139F25}"/>
                </a:ext>
              </a:extLst>
            </p:cNvPr>
            <p:cNvGrpSpPr/>
            <p:nvPr/>
          </p:nvGrpSpPr>
          <p:grpSpPr>
            <a:xfrm>
              <a:off x="3547628" y="2604857"/>
              <a:ext cx="607926" cy="453706"/>
              <a:chOff x="4060529" y="3450290"/>
              <a:chExt cx="607926" cy="453706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0655370-6CDB-9DE3-1463-62FAD44FC841}"/>
                  </a:ext>
                </a:extLst>
              </p:cNvPr>
              <p:cNvSpPr/>
              <p:nvPr/>
            </p:nvSpPr>
            <p:spPr>
              <a:xfrm rot="1668990" flipH="1">
                <a:off x="4060529" y="3481413"/>
                <a:ext cx="607926" cy="377227"/>
              </a:xfrm>
              <a:prstGeom prst="ellipse">
                <a:avLst/>
              </a:prstGeom>
              <a:solidFill>
                <a:srgbClr val="B78FA2"/>
              </a:solidFill>
              <a:ln w="57150"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9" name="Straight Connector 69">
                <a:extLst>
                  <a:ext uri="{FF2B5EF4-FFF2-40B4-BE49-F238E27FC236}">
                    <a16:creationId xmlns:a16="http://schemas.microsoft.com/office/drawing/2014/main" id="{07192DC5-CF73-5E7D-957A-7B73E5CBD6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31128" y="3632244"/>
                <a:ext cx="76301" cy="97593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70">
                <a:extLst>
                  <a:ext uri="{FF2B5EF4-FFF2-40B4-BE49-F238E27FC236}">
                    <a16:creationId xmlns:a16="http://schemas.microsoft.com/office/drawing/2014/main" id="{A0E453DB-423C-602A-75C4-B2DA4D8DFF13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4524480" y="3564814"/>
                <a:ext cx="1377" cy="92715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71">
                <a:extLst>
                  <a:ext uri="{FF2B5EF4-FFF2-40B4-BE49-F238E27FC236}">
                    <a16:creationId xmlns:a16="http://schemas.microsoft.com/office/drawing/2014/main" id="{637B328A-5B10-9FF4-9BBE-E44DDE68149F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H="1">
                <a:off x="4433771" y="3529203"/>
                <a:ext cx="13067" cy="78702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72">
                <a:extLst>
                  <a:ext uri="{FF2B5EF4-FFF2-40B4-BE49-F238E27FC236}">
                    <a16:creationId xmlns:a16="http://schemas.microsoft.com/office/drawing/2014/main" id="{1EECE937-E5ED-48A1-5A42-9A282ED6E121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H="1">
                <a:off x="4355027" y="3484538"/>
                <a:ext cx="0" cy="88176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73">
                <a:extLst>
                  <a:ext uri="{FF2B5EF4-FFF2-40B4-BE49-F238E27FC236}">
                    <a16:creationId xmlns:a16="http://schemas.microsoft.com/office/drawing/2014/main" id="{1AFCA42B-CEC4-B0D5-ABB0-40EE11823FFB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4233969" y="3450290"/>
                <a:ext cx="25233" cy="99062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75">
                <a:extLst>
                  <a:ext uri="{FF2B5EF4-FFF2-40B4-BE49-F238E27FC236}">
                    <a16:creationId xmlns:a16="http://schemas.microsoft.com/office/drawing/2014/main" id="{B37FBD3D-97FA-CDC7-4B11-AB5D3D2F8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5926" y="3605730"/>
                <a:ext cx="103083" cy="83413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76">
                <a:extLst>
                  <a:ext uri="{FF2B5EF4-FFF2-40B4-BE49-F238E27FC236}">
                    <a16:creationId xmlns:a16="http://schemas.microsoft.com/office/drawing/2014/main" id="{77A4DE64-C834-9D6A-6660-FA07463BFC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1154" y="3688787"/>
                <a:ext cx="75228" cy="92554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77">
                <a:extLst>
                  <a:ext uri="{FF2B5EF4-FFF2-40B4-BE49-F238E27FC236}">
                    <a16:creationId xmlns:a16="http://schemas.microsoft.com/office/drawing/2014/main" id="{AB0E9263-D3A9-727A-FA0B-1F5744EA28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12075" y="3769175"/>
                <a:ext cx="10179" cy="134821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78">
                <a:extLst>
                  <a:ext uri="{FF2B5EF4-FFF2-40B4-BE49-F238E27FC236}">
                    <a16:creationId xmlns:a16="http://schemas.microsoft.com/office/drawing/2014/main" id="{A047D586-7FD3-9DCB-3C20-38DB11B540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7614" y="3769598"/>
                <a:ext cx="45296" cy="103951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80">
                <a:extLst>
                  <a:ext uri="{FF2B5EF4-FFF2-40B4-BE49-F238E27FC236}">
                    <a16:creationId xmlns:a16="http://schemas.microsoft.com/office/drawing/2014/main" id="{D5F14825-5CB6-5F2E-74D6-B41D45CAC7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5034" y="3733989"/>
                <a:ext cx="44952" cy="103729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FD2790F-C9CF-64FB-460E-46E2907A5FE2}"/>
                  </a:ext>
                </a:extLst>
              </p:cNvPr>
              <p:cNvSpPr/>
              <p:nvPr/>
            </p:nvSpPr>
            <p:spPr>
              <a:xfrm rot="1505445" flipH="1">
                <a:off x="4439770" y="3757853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531384A-4E49-1C0E-3FEC-60BCBA080E6E}"/>
                  </a:ext>
                </a:extLst>
              </p:cNvPr>
              <p:cNvSpPr/>
              <p:nvPr/>
            </p:nvSpPr>
            <p:spPr>
              <a:xfrm rot="1505445" flipH="1">
                <a:off x="4275842" y="3612972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CAFE590-B951-60B9-F0C6-1CFBA060D2D8}"/>
                  </a:ext>
                </a:extLst>
              </p:cNvPr>
              <p:cNvSpPr/>
              <p:nvPr/>
            </p:nvSpPr>
            <p:spPr>
              <a:xfrm rot="1505445" flipH="1">
                <a:off x="4419209" y="3629995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32AC9C8-619D-31F0-995A-A9531BA836D5}"/>
                  </a:ext>
                </a:extLst>
              </p:cNvPr>
              <p:cNvSpPr/>
              <p:nvPr/>
            </p:nvSpPr>
            <p:spPr>
              <a:xfrm rot="1505445" flipH="1">
                <a:off x="4345011" y="3682858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3" name="Agrupar 42">
              <a:extLst>
                <a:ext uri="{FF2B5EF4-FFF2-40B4-BE49-F238E27FC236}">
                  <a16:creationId xmlns:a16="http://schemas.microsoft.com/office/drawing/2014/main" id="{A8C14E4E-F626-289F-7AC4-07442568FF8C}"/>
                </a:ext>
              </a:extLst>
            </p:cNvPr>
            <p:cNvGrpSpPr/>
            <p:nvPr/>
          </p:nvGrpSpPr>
          <p:grpSpPr>
            <a:xfrm>
              <a:off x="2674508" y="754231"/>
              <a:ext cx="896778" cy="571521"/>
              <a:chOff x="58007" y="496030"/>
              <a:chExt cx="896778" cy="571521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781C962-C3EA-3455-B168-DBB810A13AA7}"/>
                  </a:ext>
                </a:extLst>
              </p:cNvPr>
              <p:cNvSpPr/>
              <p:nvPr/>
            </p:nvSpPr>
            <p:spPr>
              <a:xfrm rot="2855235" flipH="1">
                <a:off x="534094" y="539494"/>
                <a:ext cx="464156" cy="377227"/>
              </a:xfrm>
              <a:prstGeom prst="ellipse">
                <a:avLst/>
              </a:prstGeom>
              <a:solidFill>
                <a:srgbClr val="B78FA2"/>
              </a:solidFill>
              <a:ln w="57150"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7B88870-F423-6A37-7F12-8062493DABC7}"/>
                  </a:ext>
                </a:extLst>
              </p:cNvPr>
              <p:cNvSpPr/>
              <p:nvPr/>
            </p:nvSpPr>
            <p:spPr>
              <a:xfrm rot="18964040" flipH="1">
                <a:off x="58007" y="674110"/>
                <a:ext cx="440365" cy="216033"/>
              </a:xfrm>
              <a:prstGeom prst="ellipse">
                <a:avLst/>
              </a:prstGeom>
              <a:solidFill>
                <a:srgbClr val="B78FA2"/>
              </a:solidFill>
              <a:ln w="57150"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6" name="Straight Connector 52">
                <a:extLst>
                  <a:ext uri="{FF2B5EF4-FFF2-40B4-BE49-F238E27FC236}">
                    <a16:creationId xmlns:a16="http://schemas.microsoft.com/office/drawing/2014/main" id="{0674D466-B28D-96E2-FA71-CCD4B93B514A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V="1">
                <a:off x="858411" y="722958"/>
                <a:ext cx="73157" cy="116456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53">
                <a:extLst>
                  <a:ext uri="{FF2B5EF4-FFF2-40B4-BE49-F238E27FC236}">
                    <a16:creationId xmlns:a16="http://schemas.microsoft.com/office/drawing/2014/main" id="{C05AA47B-AB02-494C-28AD-91597261AE67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V="1">
                <a:off x="833564" y="620942"/>
                <a:ext cx="56537" cy="141077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54">
                <a:extLst>
                  <a:ext uri="{FF2B5EF4-FFF2-40B4-BE49-F238E27FC236}">
                    <a16:creationId xmlns:a16="http://schemas.microsoft.com/office/drawing/2014/main" id="{CBA7B4FF-BBD7-01EF-4F71-6AD02A094CF5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V="1">
                <a:off x="793884" y="545957"/>
                <a:ext cx="33924" cy="153802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55">
                <a:extLst>
                  <a:ext uri="{FF2B5EF4-FFF2-40B4-BE49-F238E27FC236}">
                    <a16:creationId xmlns:a16="http://schemas.microsoft.com/office/drawing/2014/main" id="{204D2B36-989A-F5CD-8EF5-58687D7AD3F6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V="1">
                <a:off x="751327" y="498331"/>
                <a:ext cx="12187" cy="131266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56">
                <a:extLst>
                  <a:ext uri="{FF2B5EF4-FFF2-40B4-BE49-F238E27FC236}">
                    <a16:creationId xmlns:a16="http://schemas.microsoft.com/office/drawing/2014/main" id="{51E7EE61-855B-496F-9DC5-A97251A61FF6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H="1" flipV="1">
                <a:off x="762013" y="817766"/>
                <a:ext cx="0" cy="138183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7">
                <a:extLst>
                  <a:ext uri="{FF2B5EF4-FFF2-40B4-BE49-F238E27FC236}">
                    <a16:creationId xmlns:a16="http://schemas.microsoft.com/office/drawing/2014/main" id="{247A40E7-5F7A-73A0-7DBA-6F974A03ADA3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V="1">
                <a:off x="678970" y="756004"/>
                <a:ext cx="56537" cy="141077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8">
                <a:extLst>
                  <a:ext uri="{FF2B5EF4-FFF2-40B4-BE49-F238E27FC236}">
                    <a16:creationId xmlns:a16="http://schemas.microsoft.com/office/drawing/2014/main" id="{0A1ABE2B-0182-3AAC-31D4-522DCCE97829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V="1">
                <a:off x="619620" y="695974"/>
                <a:ext cx="75664" cy="120845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9">
                <a:extLst>
                  <a:ext uri="{FF2B5EF4-FFF2-40B4-BE49-F238E27FC236}">
                    <a16:creationId xmlns:a16="http://schemas.microsoft.com/office/drawing/2014/main" id="{2DB68015-28BD-4ECB-41F0-7D2DC63A6CDE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V="1">
                <a:off x="594566" y="624470"/>
                <a:ext cx="94851" cy="108138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60">
                <a:extLst>
                  <a:ext uri="{FF2B5EF4-FFF2-40B4-BE49-F238E27FC236}">
                    <a16:creationId xmlns:a16="http://schemas.microsoft.com/office/drawing/2014/main" id="{9BED783E-4FD7-EF3A-C329-686E1517DC21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H="1" flipV="1">
                <a:off x="221304" y="835655"/>
                <a:ext cx="48295" cy="119245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61">
                <a:extLst>
                  <a:ext uri="{FF2B5EF4-FFF2-40B4-BE49-F238E27FC236}">
                    <a16:creationId xmlns:a16="http://schemas.microsoft.com/office/drawing/2014/main" id="{3EB1F255-023C-CD32-6A9C-538A146501A4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155499" y="777067"/>
                <a:ext cx="60211" cy="3437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62">
                <a:extLst>
                  <a:ext uri="{FF2B5EF4-FFF2-40B4-BE49-F238E27FC236}">
                    <a16:creationId xmlns:a16="http://schemas.microsoft.com/office/drawing/2014/main" id="{C639CDE2-C008-76BE-7D18-A7E6913A98CC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274295" y="827522"/>
                <a:ext cx="66904" cy="68220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63">
                <a:extLst>
                  <a:ext uri="{FF2B5EF4-FFF2-40B4-BE49-F238E27FC236}">
                    <a16:creationId xmlns:a16="http://schemas.microsoft.com/office/drawing/2014/main" id="{46BFF0DC-A85F-D637-593E-0D08FB53396F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322439" y="764239"/>
                <a:ext cx="79646" cy="44235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64">
                <a:extLst>
                  <a:ext uri="{FF2B5EF4-FFF2-40B4-BE49-F238E27FC236}">
                    <a16:creationId xmlns:a16="http://schemas.microsoft.com/office/drawing/2014/main" id="{FD850AAE-CD9B-07D5-D45E-4E1B1BF64A1F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V="1">
                <a:off x="366158" y="706962"/>
                <a:ext cx="60591" cy="16582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65">
                <a:extLst>
                  <a:ext uri="{FF2B5EF4-FFF2-40B4-BE49-F238E27FC236}">
                    <a16:creationId xmlns:a16="http://schemas.microsoft.com/office/drawing/2014/main" id="{325DD146-A02B-84D0-374E-4B5F14E9E1E0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291640" y="623873"/>
                <a:ext cx="68878" cy="45649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66">
                <a:extLst>
                  <a:ext uri="{FF2B5EF4-FFF2-40B4-BE49-F238E27FC236}">
                    <a16:creationId xmlns:a16="http://schemas.microsoft.com/office/drawing/2014/main" id="{766BCD08-2E04-08C2-16DC-EDA83BEF3C6D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248988" y="655830"/>
                <a:ext cx="56768" cy="61476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7">
                <a:extLst>
                  <a:ext uri="{FF2B5EF4-FFF2-40B4-BE49-F238E27FC236}">
                    <a16:creationId xmlns:a16="http://schemas.microsoft.com/office/drawing/2014/main" id="{D535EFA7-674B-745E-4D58-E9DDB86287F2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211492" y="677601"/>
                <a:ext cx="66904" cy="68220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00E54DB-BD49-EF56-370C-72E03AC01A4D}"/>
                  </a:ext>
                </a:extLst>
              </p:cNvPr>
              <p:cNvSpPr/>
              <p:nvPr/>
            </p:nvSpPr>
            <p:spPr>
              <a:xfrm rot="1505445" flipH="1">
                <a:off x="879125" y="831423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3C6C2BF-D136-7B10-6B99-08784BB555A1}"/>
                  </a:ext>
                </a:extLst>
              </p:cNvPr>
              <p:cNvSpPr/>
              <p:nvPr/>
            </p:nvSpPr>
            <p:spPr>
              <a:xfrm rot="1505445" flipH="1">
                <a:off x="771903" y="560671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57D7235-AF49-2DA3-F1B2-F49071D5EB08}"/>
                  </a:ext>
                </a:extLst>
              </p:cNvPr>
              <p:cNvSpPr/>
              <p:nvPr/>
            </p:nvSpPr>
            <p:spPr>
              <a:xfrm rot="1505445" flipH="1">
                <a:off x="787049" y="840409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126BD6E-9241-79AD-1995-39A2E999E848}"/>
                  </a:ext>
                </a:extLst>
              </p:cNvPr>
              <p:cNvSpPr/>
              <p:nvPr/>
            </p:nvSpPr>
            <p:spPr>
              <a:xfrm rot="1505445" flipH="1">
                <a:off x="818386" y="735810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31E02C5A-0B5E-14C3-82CC-1B558207D6DC}"/>
                  </a:ext>
                </a:extLst>
              </p:cNvPr>
              <p:cNvSpPr/>
              <p:nvPr/>
            </p:nvSpPr>
            <p:spPr>
              <a:xfrm rot="1505445" flipH="1">
                <a:off x="649234" y="786056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3EC6C33-810D-26F6-1420-F18E4A1F30F5}"/>
                  </a:ext>
                </a:extLst>
              </p:cNvPr>
              <p:cNvSpPr/>
              <p:nvPr/>
            </p:nvSpPr>
            <p:spPr>
              <a:xfrm rot="1505445" flipH="1">
                <a:off x="670556" y="549431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924E293-E04D-95E8-A455-225430699CA4}"/>
                  </a:ext>
                </a:extLst>
              </p:cNvPr>
              <p:cNvSpPr/>
              <p:nvPr/>
            </p:nvSpPr>
            <p:spPr>
              <a:xfrm rot="1505445" flipH="1">
                <a:off x="597092" y="613932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B5C0336-F6BD-ACC8-634D-8D4C38D9F370}"/>
                  </a:ext>
                </a:extLst>
              </p:cNvPr>
              <p:cNvSpPr/>
              <p:nvPr/>
            </p:nvSpPr>
            <p:spPr>
              <a:xfrm rot="1505445" flipH="1">
                <a:off x="187505" y="869525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1B366D2B-9B92-D950-54A0-58458536AE07}"/>
                  </a:ext>
                </a:extLst>
              </p:cNvPr>
              <p:cNvSpPr/>
              <p:nvPr/>
            </p:nvSpPr>
            <p:spPr>
              <a:xfrm rot="1505445" flipH="1">
                <a:off x="326397" y="797794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12BA7D19-AAE5-E875-487D-083FAD7FBEF3}"/>
                  </a:ext>
                </a:extLst>
              </p:cNvPr>
              <p:cNvSpPr/>
              <p:nvPr/>
            </p:nvSpPr>
            <p:spPr>
              <a:xfrm rot="1505445" flipH="1">
                <a:off x="245079" y="769635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FECEF1E9-8E30-7290-39F8-FE6103C491BE}"/>
                  </a:ext>
                </a:extLst>
              </p:cNvPr>
              <p:cNvSpPr/>
              <p:nvPr/>
            </p:nvSpPr>
            <p:spPr>
              <a:xfrm rot="1505445" flipH="1">
                <a:off x="357736" y="633793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3E7D8D2-9E2C-018E-305B-7DAC21C3DC77}"/>
                  </a:ext>
                </a:extLst>
              </p:cNvPr>
              <p:cNvSpPr/>
              <p:nvPr/>
            </p:nvSpPr>
            <p:spPr>
              <a:xfrm rot="1505445" flipH="1">
                <a:off x="148665" y="796742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5F47027E-B95E-5131-AFED-EF82D6F893D9}"/>
                  </a:ext>
                </a:extLst>
              </p:cNvPr>
              <p:cNvSpPr/>
              <p:nvPr/>
            </p:nvSpPr>
            <p:spPr>
              <a:xfrm rot="1505445" flipH="1">
                <a:off x="469358" y="844525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36F0D49A-BCBC-0CA0-1ABA-3E2102A358A7}"/>
                  </a:ext>
                </a:extLst>
              </p:cNvPr>
              <p:cNvSpPr/>
              <p:nvPr/>
            </p:nvSpPr>
            <p:spPr>
              <a:xfrm rot="1505445" flipH="1">
                <a:off x="524074" y="782125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4692F84-BA3C-DDCC-39B6-4B49272CDA52}"/>
                  </a:ext>
                </a:extLst>
              </p:cNvPr>
              <p:cNvSpPr/>
              <p:nvPr/>
            </p:nvSpPr>
            <p:spPr>
              <a:xfrm rot="1505445" flipH="1">
                <a:off x="354395" y="932871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6420A03B-240A-D6AC-E607-810EB202D1AF}"/>
                  </a:ext>
                </a:extLst>
              </p:cNvPr>
              <p:cNvSpPr/>
              <p:nvPr/>
            </p:nvSpPr>
            <p:spPr>
              <a:xfrm rot="1505445" flipH="1">
                <a:off x="458099" y="530654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0CD74990-3EDF-D78C-14B4-BC44318DEECA}"/>
                  </a:ext>
                </a:extLst>
              </p:cNvPr>
              <p:cNvSpPr/>
              <p:nvPr/>
            </p:nvSpPr>
            <p:spPr>
              <a:xfrm rot="1505445" flipH="1">
                <a:off x="529301" y="595237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BB3A8806-064D-053D-75C2-EFE8907AB12A}"/>
                  </a:ext>
                </a:extLst>
              </p:cNvPr>
              <p:cNvSpPr/>
              <p:nvPr/>
            </p:nvSpPr>
            <p:spPr>
              <a:xfrm rot="1505445" flipH="1">
                <a:off x="577139" y="982677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7A7753A-6E80-EBBE-1A2C-C2AB97DCFB5F}"/>
                  </a:ext>
                </a:extLst>
              </p:cNvPr>
              <p:cNvSpPr/>
              <p:nvPr/>
            </p:nvSpPr>
            <p:spPr>
              <a:xfrm rot="1505445" flipH="1">
                <a:off x="424566" y="1014403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3CB9FB4-D642-1BD8-0831-637AD0CB6825}"/>
                  </a:ext>
                </a:extLst>
              </p:cNvPr>
              <p:cNvSpPr/>
              <p:nvPr/>
            </p:nvSpPr>
            <p:spPr>
              <a:xfrm rot="1505445" flipH="1">
                <a:off x="578971" y="876889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7EC1FBDA-83F1-C002-578E-D92593231910}"/>
                  </a:ext>
                </a:extLst>
              </p:cNvPr>
              <p:cNvSpPr/>
              <p:nvPr/>
            </p:nvSpPr>
            <p:spPr>
              <a:xfrm rot="1505445" flipH="1">
                <a:off x="466674" y="933299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063AE88A-91A3-24DE-6730-55B7A6D41F1B}"/>
                  </a:ext>
                </a:extLst>
              </p:cNvPr>
              <p:cNvSpPr/>
              <p:nvPr/>
            </p:nvSpPr>
            <p:spPr>
              <a:xfrm rot="1505445" flipH="1">
                <a:off x="488252" y="715416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87E1C786-213E-642D-0EF6-4A0F0F648069}"/>
                  </a:ext>
                </a:extLst>
              </p:cNvPr>
              <p:cNvSpPr/>
              <p:nvPr/>
            </p:nvSpPr>
            <p:spPr>
              <a:xfrm rot="1505445" flipH="1">
                <a:off x="416118" y="792753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E06A212E-D931-0B0A-0680-3EB61FAD3BAE}"/>
                  </a:ext>
                </a:extLst>
              </p:cNvPr>
              <p:cNvSpPr/>
              <p:nvPr/>
            </p:nvSpPr>
            <p:spPr>
              <a:xfrm rot="1505445" flipH="1">
                <a:off x="879560" y="835674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A8D43C21-E267-0B4B-7683-E7FF84753FD7}"/>
                  </a:ext>
                </a:extLst>
              </p:cNvPr>
              <p:cNvSpPr/>
              <p:nvPr/>
            </p:nvSpPr>
            <p:spPr>
              <a:xfrm rot="1505445" flipH="1">
                <a:off x="772337" y="564922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61402BBE-0DD1-8E8B-ACDA-017E1B4D9DF3}"/>
                  </a:ext>
                </a:extLst>
              </p:cNvPr>
              <p:cNvSpPr/>
              <p:nvPr/>
            </p:nvSpPr>
            <p:spPr>
              <a:xfrm rot="1505445" flipH="1">
                <a:off x="787484" y="844660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AE50EF4-0446-DA64-A14E-EE3E1B5EFEE1}"/>
                  </a:ext>
                </a:extLst>
              </p:cNvPr>
              <p:cNvSpPr/>
              <p:nvPr/>
            </p:nvSpPr>
            <p:spPr>
              <a:xfrm rot="1505445" flipH="1">
                <a:off x="818821" y="740061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2493289-4B4A-1F70-D815-0D9262ECCC7A}"/>
                  </a:ext>
                </a:extLst>
              </p:cNvPr>
              <p:cNvSpPr/>
              <p:nvPr/>
            </p:nvSpPr>
            <p:spPr>
              <a:xfrm rot="1505445" flipH="1">
                <a:off x="649669" y="790307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D2319C-DE14-0085-6682-B118C9669FF1}"/>
                  </a:ext>
                </a:extLst>
              </p:cNvPr>
              <p:cNvSpPr/>
              <p:nvPr/>
            </p:nvSpPr>
            <p:spPr>
              <a:xfrm rot="1505445" flipH="1">
                <a:off x="670991" y="553682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3EDB355C-AADF-4F51-EED6-5C62B962C7A6}"/>
                  </a:ext>
                </a:extLst>
              </p:cNvPr>
              <p:cNvSpPr/>
              <p:nvPr/>
            </p:nvSpPr>
            <p:spPr>
              <a:xfrm rot="1505445" flipH="1">
                <a:off x="597526" y="618182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D53C57ED-DB05-030A-1D90-D6111218D818}"/>
                  </a:ext>
                </a:extLst>
              </p:cNvPr>
              <p:cNvSpPr/>
              <p:nvPr/>
            </p:nvSpPr>
            <p:spPr>
              <a:xfrm rot="1505445" flipH="1">
                <a:off x="326832" y="802045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9C37EDA3-4451-E83F-DB46-F38D2FD326D1}"/>
                  </a:ext>
                </a:extLst>
              </p:cNvPr>
              <p:cNvSpPr/>
              <p:nvPr/>
            </p:nvSpPr>
            <p:spPr>
              <a:xfrm rot="1505445" flipH="1">
                <a:off x="245514" y="773886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1415B09D-3EE9-CEB9-13CB-9C768886464E}"/>
                  </a:ext>
                </a:extLst>
              </p:cNvPr>
              <p:cNvSpPr/>
              <p:nvPr/>
            </p:nvSpPr>
            <p:spPr>
              <a:xfrm rot="1505445" flipH="1">
                <a:off x="358171" y="638044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CA34DEEC-4B94-64B3-DFEE-9018F36789AF}"/>
                  </a:ext>
                </a:extLst>
              </p:cNvPr>
              <p:cNvSpPr/>
              <p:nvPr/>
            </p:nvSpPr>
            <p:spPr>
              <a:xfrm rot="1505445" flipH="1">
                <a:off x="458533" y="534906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23B43AA5-82A8-A5C9-B485-CF376DA6488E}"/>
                  </a:ext>
                </a:extLst>
              </p:cNvPr>
              <p:cNvSpPr/>
              <p:nvPr/>
            </p:nvSpPr>
            <p:spPr>
              <a:xfrm rot="1505445" flipH="1">
                <a:off x="529735" y="599488"/>
                <a:ext cx="38444" cy="53148"/>
              </a:xfrm>
              <a:prstGeom prst="ellipse">
                <a:avLst/>
              </a:prstGeom>
              <a:solidFill>
                <a:srgbClr val="274A89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907FE55F-D6B5-5FA4-B591-8AC259A349D7}"/>
                  </a:ext>
                </a:extLst>
              </p:cNvPr>
              <p:cNvSpPr/>
              <p:nvPr/>
            </p:nvSpPr>
            <p:spPr>
              <a:xfrm rot="1505445" flipH="1">
                <a:off x="185417" y="871978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5309C460-9DFB-4D26-DD6C-C443B72F7B82}"/>
                  </a:ext>
                </a:extLst>
              </p:cNvPr>
              <p:cNvSpPr/>
              <p:nvPr/>
            </p:nvSpPr>
            <p:spPr>
              <a:xfrm rot="1505445" flipH="1">
                <a:off x="146576" y="799195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7362BF5-DA2E-E2CA-E04C-1B9C7D6F7767}"/>
                  </a:ext>
                </a:extLst>
              </p:cNvPr>
              <p:cNvSpPr/>
              <p:nvPr/>
            </p:nvSpPr>
            <p:spPr>
              <a:xfrm rot="1505445" flipH="1">
                <a:off x="467270" y="846977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8D72FE57-138A-1DAD-8967-471969F2E81A}"/>
                  </a:ext>
                </a:extLst>
              </p:cNvPr>
              <p:cNvSpPr/>
              <p:nvPr/>
            </p:nvSpPr>
            <p:spPr>
              <a:xfrm rot="1505445" flipH="1">
                <a:off x="521985" y="784578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09C335F1-B899-4EFB-114B-A9786D30F4BC}"/>
                  </a:ext>
                </a:extLst>
              </p:cNvPr>
              <p:cNvSpPr/>
              <p:nvPr/>
            </p:nvSpPr>
            <p:spPr>
              <a:xfrm rot="1505445" flipH="1">
                <a:off x="486163" y="717869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7456F7F7-0B7A-9F00-41DA-622DC9B6C8F5}"/>
                  </a:ext>
                </a:extLst>
              </p:cNvPr>
              <p:cNvSpPr/>
              <p:nvPr/>
            </p:nvSpPr>
            <p:spPr>
              <a:xfrm rot="1505445" flipH="1">
                <a:off x="414030" y="795206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FC344D4C-4F19-F717-DB25-82542DEFB3E3}"/>
                  </a:ext>
                </a:extLst>
              </p:cNvPr>
              <p:cNvSpPr/>
              <p:nvPr/>
            </p:nvSpPr>
            <p:spPr>
              <a:xfrm rot="1505445" flipH="1">
                <a:off x="877472" y="838127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25DF2C15-1E87-CBAE-CCE4-BC4BBF5EBCB2}"/>
                  </a:ext>
                </a:extLst>
              </p:cNvPr>
              <p:cNvSpPr/>
              <p:nvPr/>
            </p:nvSpPr>
            <p:spPr>
              <a:xfrm rot="1505445" flipH="1">
                <a:off x="770249" y="567375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59A42033-9684-9B8A-B60E-A2D53EF686BD}"/>
                  </a:ext>
                </a:extLst>
              </p:cNvPr>
              <p:cNvSpPr/>
              <p:nvPr/>
            </p:nvSpPr>
            <p:spPr>
              <a:xfrm rot="1505445" flipH="1">
                <a:off x="785395" y="847113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41ECCB0-82B5-48D2-1D97-3D981AC5AD97}"/>
                  </a:ext>
                </a:extLst>
              </p:cNvPr>
              <p:cNvSpPr/>
              <p:nvPr/>
            </p:nvSpPr>
            <p:spPr>
              <a:xfrm rot="1505445" flipH="1">
                <a:off x="816732" y="742514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B46738C0-9AED-13E4-7A5B-AE1DA690812A}"/>
                  </a:ext>
                </a:extLst>
              </p:cNvPr>
              <p:cNvSpPr/>
              <p:nvPr/>
            </p:nvSpPr>
            <p:spPr>
              <a:xfrm rot="1505445" flipH="1">
                <a:off x="647580" y="792760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7BC0A2C5-8C83-55CD-355A-2CFF9F295AFE}"/>
                  </a:ext>
                </a:extLst>
              </p:cNvPr>
              <p:cNvSpPr/>
              <p:nvPr/>
            </p:nvSpPr>
            <p:spPr>
              <a:xfrm rot="1505445" flipH="1">
                <a:off x="668903" y="556135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EE75DB84-9C4D-DA87-C6B6-34F9C884C471}"/>
                  </a:ext>
                </a:extLst>
              </p:cNvPr>
              <p:cNvSpPr/>
              <p:nvPr/>
            </p:nvSpPr>
            <p:spPr>
              <a:xfrm rot="1505445" flipH="1">
                <a:off x="595438" y="620636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7DCBBC86-CBD4-D097-ABD8-79F24014E501}"/>
                  </a:ext>
                </a:extLst>
              </p:cNvPr>
              <p:cNvSpPr/>
              <p:nvPr/>
            </p:nvSpPr>
            <p:spPr>
              <a:xfrm rot="1505445" flipH="1">
                <a:off x="324743" y="804498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AFA9E0D5-9003-F313-A25A-9EB281B49975}"/>
                  </a:ext>
                </a:extLst>
              </p:cNvPr>
              <p:cNvSpPr/>
              <p:nvPr/>
            </p:nvSpPr>
            <p:spPr>
              <a:xfrm rot="1505445" flipH="1">
                <a:off x="243425" y="776339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BCD7B8D4-0F55-E7CE-A6AC-9785419C16FF}"/>
                  </a:ext>
                </a:extLst>
              </p:cNvPr>
              <p:cNvSpPr/>
              <p:nvPr/>
            </p:nvSpPr>
            <p:spPr>
              <a:xfrm rot="1505445" flipH="1">
                <a:off x="356083" y="640497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A77CB957-6B68-FA9C-F9ED-1C23BF8049F6}"/>
                  </a:ext>
                </a:extLst>
              </p:cNvPr>
              <p:cNvSpPr/>
              <p:nvPr/>
            </p:nvSpPr>
            <p:spPr>
              <a:xfrm rot="1505445" flipH="1">
                <a:off x="456445" y="537358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169F8315-6C6B-ED84-9494-72268FE3C3E3}"/>
                  </a:ext>
                </a:extLst>
              </p:cNvPr>
              <p:cNvSpPr/>
              <p:nvPr/>
            </p:nvSpPr>
            <p:spPr>
              <a:xfrm rot="1505445" flipH="1">
                <a:off x="527647" y="601941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4E386AE0-C238-2A53-0B7C-817834A3563F}"/>
                  </a:ext>
                </a:extLst>
              </p:cNvPr>
              <p:cNvSpPr/>
              <p:nvPr/>
            </p:nvSpPr>
            <p:spPr>
              <a:xfrm rot="1505445" flipH="1">
                <a:off x="703124" y="850799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16" name="CaixaDeTexto 115">
              <a:extLst>
                <a:ext uri="{FF2B5EF4-FFF2-40B4-BE49-F238E27FC236}">
                  <a16:creationId xmlns:a16="http://schemas.microsoft.com/office/drawing/2014/main" id="{82E452C5-9FA7-7A20-8B5D-DA8DAE672831}"/>
                </a:ext>
              </a:extLst>
            </p:cNvPr>
            <p:cNvSpPr txBox="1"/>
            <p:nvPr/>
          </p:nvSpPr>
          <p:spPr>
            <a:xfrm>
              <a:off x="1705906" y="3098420"/>
              <a:ext cx="10567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Stress</a:t>
              </a:r>
            </a:p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Granule</a:t>
              </a:r>
            </a:p>
          </p:txBody>
        </p:sp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429FD50C-89B8-946C-B479-1DA44E75B50F}"/>
                </a:ext>
              </a:extLst>
            </p:cNvPr>
            <p:cNvSpPr txBox="1"/>
            <p:nvPr/>
          </p:nvSpPr>
          <p:spPr>
            <a:xfrm>
              <a:off x="5083290" y="1961272"/>
              <a:ext cx="16209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96607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Inflammation</a:t>
              </a:r>
            </a:p>
          </p:txBody>
        </p:sp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id="{FF059932-E0C3-9C03-7AA9-3DC310BA3FC8}"/>
                </a:ext>
              </a:extLst>
            </p:cNvPr>
            <p:cNvSpPr txBox="1"/>
            <p:nvPr/>
          </p:nvSpPr>
          <p:spPr>
            <a:xfrm>
              <a:off x="722933" y="4476123"/>
              <a:ext cx="176202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560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Differential</a:t>
              </a:r>
            </a:p>
            <a:p>
              <a:pPr algn="ctr"/>
              <a:r>
                <a:rPr lang="en-US" b="1" dirty="0">
                  <a:solidFill>
                    <a:srgbClr val="1560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Centrifugation</a:t>
              </a:r>
            </a:p>
          </p:txBody>
        </p:sp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417A772E-E10A-6A24-DEA1-3FDD17C3C65A}"/>
                </a:ext>
              </a:extLst>
            </p:cNvPr>
            <p:cNvSpPr txBox="1"/>
            <p:nvPr/>
          </p:nvSpPr>
          <p:spPr>
            <a:xfrm>
              <a:off x="2672147" y="4476123"/>
              <a:ext cx="12362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Proximity</a:t>
              </a:r>
            </a:p>
            <a:p>
              <a:pPr algn="ctr"/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Labelling</a:t>
              </a:r>
            </a:p>
          </p:txBody>
        </p:sp>
        <p:pic>
          <p:nvPicPr>
            <p:cNvPr id="120" name="Graphic 256" descr="Lightning bolt with solid fill">
              <a:extLst>
                <a:ext uri="{FF2B5EF4-FFF2-40B4-BE49-F238E27FC236}">
                  <a16:creationId xmlns:a16="http://schemas.microsoft.com/office/drawing/2014/main" id="{06858F18-FB94-0D9E-910B-ECB70B628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943819">
              <a:off x="3746721" y="435162"/>
              <a:ext cx="377273" cy="377273"/>
            </a:xfrm>
            <a:prstGeom prst="rect">
              <a:avLst/>
            </a:prstGeom>
          </p:spPr>
        </p:pic>
        <p:pic>
          <p:nvPicPr>
            <p:cNvPr id="121" name="Graphic 256" descr="Lightning bolt with solid fill">
              <a:extLst>
                <a:ext uri="{FF2B5EF4-FFF2-40B4-BE49-F238E27FC236}">
                  <a16:creationId xmlns:a16="http://schemas.microsoft.com/office/drawing/2014/main" id="{C9721079-AE1F-46D4-7C05-B5AB84CB4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6550381">
              <a:off x="4572744" y="2689790"/>
              <a:ext cx="377273" cy="377273"/>
            </a:xfrm>
            <a:prstGeom prst="rect">
              <a:avLst/>
            </a:prstGeom>
          </p:spPr>
        </p:pic>
        <p:pic>
          <p:nvPicPr>
            <p:cNvPr id="122" name="Graphic 256" descr="Lightning bolt with solid fill">
              <a:extLst>
                <a:ext uri="{FF2B5EF4-FFF2-40B4-BE49-F238E27FC236}">
                  <a16:creationId xmlns:a16="http://schemas.microsoft.com/office/drawing/2014/main" id="{155ACF00-5098-FDA8-D587-817CB8C6B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4099338" y="942471"/>
              <a:ext cx="377273" cy="377273"/>
            </a:xfrm>
            <a:prstGeom prst="rect">
              <a:avLst/>
            </a:prstGeom>
          </p:spPr>
        </p:pic>
        <p:sp>
          <p:nvSpPr>
            <p:cNvPr id="123" name="CaixaDeTexto 122">
              <a:extLst>
                <a:ext uri="{FF2B5EF4-FFF2-40B4-BE49-F238E27FC236}">
                  <a16:creationId xmlns:a16="http://schemas.microsoft.com/office/drawing/2014/main" id="{5F99E569-4C78-7616-358A-D7EFD1BA7C4F}"/>
                </a:ext>
              </a:extLst>
            </p:cNvPr>
            <p:cNvSpPr txBox="1"/>
            <p:nvPr/>
          </p:nvSpPr>
          <p:spPr>
            <a:xfrm>
              <a:off x="4099338" y="97008"/>
              <a:ext cx="11095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96607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Oxidative</a:t>
              </a:r>
            </a:p>
            <a:p>
              <a:pPr algn="ctr"/>
              <a:r>
                <a:rPr lang="en-US" sz="1600" b="1" dirty="0">
                  <a:solidFill>
                    <a:srgbClr val="96607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Stress</a:t>
              </a:r>
            </a:p>
          </p:txBody>
        </p:sp>
        <p:sp>
          <p:nvSpPr>
            <p:cNvPr id="124" name="CaixaDeTexto 123">
              <a:extLst>
                <a:ext uri="{FF2B5EF4-FFF2-40B4-BE49-F238E27FC236}">
                  <a16:creationId xmlns:a16="http://schemas.microsoft.com/office/drawing/2014/main" id="{836778A2-2219-ADCF-C09F-278C24D44005}"/>
                </a:ext>
              </a:extLst>
            </p:cNvPr>
            <p:cNvSpPr txBox="1"/>
            <p:nvPr/>
          </p:nvSpPr>
          <p:spPr>
            <a:xfrm>
              <a:off x="4508425" y="786662"/>
              <a:ext cx="10406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96607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Viral</a:t>
              </a:r>
            </a:p>
            <a:p>
              <a:pPr algn="ctr"/>
              <a:r>
                <a:rPr lang="en-US" sz="1600" b="1" dirty="0">
                  <a:solidFill>
                    <a:srgbClr val="96607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Infection</a:t>
              </a:r>
            </a:p>
          </p:txBody>
        </p:sp>
        <p:sp>
          <p:nvSpPr>
            <p:cNvPr id="125" name="CaixaDeTexto 124">
              <a:extLst>
                <a:ext uri="{FF2B5EF4-FFF2-40B4-BE49-F238E27FC236}">
                  <a16:creationId xmlns:a16="http://schemas.microsoft.com/office/drawing/2014/main" id="{33F47205-304A-94B6-9088-689DADE06172}"/>
                </a:ext>
              </a:extLst>
            </p:cNvPr>
            <p:cNvSpPr txBox="1"/>
            <p:nvPr/>
          </p:nvSpPr>
          <p:spPr>
            <a:xfrm>
              <a:off x="4878336" y="2865692"/>
              <a:ext cx="15520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96607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Hyperosmotic</a:t>
              </a:r>
            </a:p>
            <a:p>
              <a:pPr algn="ctr"/>
              <a:r>
                <a:rPr lang="en-US" sz="1600" b="1" dirty="0">
                  <a:solidFill>
                    <a:srgbClr val="96607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Stress</a:t>
              </a:r>
            </a:p>
          </p:txBody>
        </p:sp>
        <p:sp>
          <p:nvSpPr>
            <p:cNvPr id="126" name="Parêntese direito 125">
              <a:extLst>
                <a:ext uri="{FF2B5EF4-FFF2-40B4-BE49-F238E27FC236}">
                  <a16:creationId xmlns:a16="http://schemas.microsoft.com/office/drawing/2014/main" id="{67885F1F-08C1-ECD6-2B2A-FC1099B41251}"/>
                </a:ext>
              </a:extLst>
            </p:cNvPr>
            <p:cNvSpPr/>
            <p:nvPr/>
          </p:nvSpPr>
          <p:spPr>
            <a:xfrm rot="5400000">
              <a:off x="2199569" y="3320312"/>
              <a:ext cx="259080" cy="3356423"/>
            </a:xfrm>
            <a:prstGeom prst="rightBracket">
              <a:avLst/>
            </a:prstGeom>
            <a:noFill/>
            <a:ln w="38100">
              <a:solidFill>
                <a:srgbClr val="9660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27" name="CaixaDeTexto 126">
              <a:extLst>
                <a:ext uri="{FF2B5EF4-FFF2-40B4-BE49-F238E27FC236}">
                  <a16:creationId xmlns:a16="http://schemas.microsoft.com/office/drawing/2014/main" id="{E5A1B0DF-B207-8A14-9DBC-90AD3E1E1677}"/>
                </a:ext>
              </a:extLst>
            </p:cNvPr>
            <p:cNvSpPr txBox="1"/>
            <p:nvPr/>
          </p:nvSpPr>
          <p:spPr>
            <a:xfrm>
              <a:off x="1740229" y="5114629"/>
              <a:ext cx="11592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RNA-seq</a:t>
              </a: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E89F4D78-EA5A-E63A-A540-0DE05E872E98}"/>
                </a:ext>
              </a:extLst>
            </p:cNvPr>
            <p:cNvSpPr/>
            <p:nvPr/>
          </p:nvSpPr>
          <p:spPr>
            <a:xfrm>
              <a:off x="1470812" y="7113510"/>
              <a:ext cx="1080000" cy="1080000"/>
            </a:xfrm>
            <a:prstGeom prst="ellipse">
              <a:avLst/>
            </a:prstGeom>
            <a:solidFill>
              <a:srgbClr val="156082">
                <a:alpha val="42000"/>
              </a:srgbClr>
            </a:solidFill>
            <a:ln w="381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2436AB7-B202-0945-10F3-C480F620148E}"/>
                </a:ext>
              </a:extLst>
            </p:cNvPr>
            <p:cNvSpPr/>
            <p:nvPr/>
          </p:nvSpPr>
          <p:spPr>
            <a:xfrm>
              <a:off x="2222607" y="7134098"/>
              <a:ext cx="1080000" cy="1080000"/>
            </a:xfrm>
            <a:prstGeom prst="ellipse">
              <a:avLst/>
            </a:prstGeom>
            <a:solidFill>
              <a:srgbClr val="3B7D23">
                <a:alpha val="42000"/>
              </a:srgbClr>
            </a:solidFill>
            <a:ln w="38100">
              <a:solidFill>
                <a:srgbClr val="3B7D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0" name="Conexão reta 129">
              <a:extLst>
                <a:ext uri="{FF2B5EF4-FFF2-40B4-BE49-F238E27FC236}">
                  <a16:creationId xmlns:a16="http://schemas.microsoft.com/office/drawing/2014/main" id="{E271C983-781B-9AF7-5C81-32D088276843}"/>
                </a:ext>
              </a:extLst>
            </p:cNvPr>
            <p:cNvCxnSpPr>
              <a:cxnSpLocks/>
            </p:cNvCxnSpPr>
            <p:nvPr/>
          </p:nvCxnSpPr>
          <p:spPr>
            <a:xfrm>
              <a:off x="4031097" y="2145938"/>
              <a:ext cx="1006254" cy="0"/>
            </a:xfrm>
            <a:prstGeom prst="line">
              <a:avLst/>
            </a:prstGeom>
            <a:ln w="38100">
              <a:solidFill>
                <a:srgbClr val="9660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xão reta 130">
              <a:extLst>
                <a:ext uri="{FF2B5EF4-FFF2-40B4-BE49-F238E27FC236}">
                  <a16:creationId xmlns:a16="http://schemas.microsoft.com/office/drawing/2014/main" id="{5A8FC9C6-8863-7D40-DDDA-2BEDCBAAC6BD}"/>
                </a:ext>
              </a:extLst>
            </p:cNvPr>
            <p:cNvCxnSpPr>
              <a:cxnSpLocks/>
            </p:cNvCxnSpPr>
            <p:nvPr/>
          </p:nvCxnSpPr>
          <p:spPr>
            <a:xfrm>
              <a:off x="5052886" y="2018789"/>
              <a:ext cx="0" cy="281876"/>
            </a:xfrm>
            <a:prstGeom prst="line">
              <a:avLst/>
            </a:prstGeom>
            <a:ln w="38100">
              <a:solidFill>
                <a:srgbClr val="9660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xão reta unidirecional 131">
              <a:extLst>
                <a:ext uri="{FF2B5EF4-FFF2-40B4-BE49-F238E27FC236}">
                  <a16:creationId xmlns:a16="http://schemas.microsoft.com/office/drawing/2014/main" id="{7315DE65-754E-0ACB-46C7-EFE40D430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603" y="3957687"/>
              <a:ext cx="689445" cy="525983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xão reta unidirecional 132">
              <a:extLst>
                <a:ext uri="{FF2B5EF4-FFF2-40B4-BE49-F238E27FC236}">
                  <a16:creationId xmlns:a16="http://schemas.microsoft.com/office/drawing/2014/main" id="{FF8C2A58-3152-1B9C-1E29-3D1A3E6A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8907" y="3924656"/>
              <a:ext cx="732734" cy="599746"/>
            </a:xfrm>
            <a:prstGeom prst="straightConnector1">
              <a:avLst/>
            </a:prstGeom>
            <a:ln w="38100">
              <a:solidFill>
                <a:srgbClr val="3B7D2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CaixaDeTexto 133">
              <a:extLst>
                <a:ext uri="{FF2B5EF4-FFF2-40B4-BE49-F238E27FC236}">
                  <a16:creationId xmlns:a16="http://schemas.microsoft.com/office/drawing/2014/main" id="{32EB7702-4539-D14B-B993-E31285CF905D}"/>
                </a:ext>
              </a:extLst>
            </p:cNvPr>
            <p:cNvSpPr txBox="1"/>
            <p:nvPr/>
          </p:nvSpPr>
          <p:spPr>
            <a:xfrm>
              <a:off x="1860871" y="6412189"/>
              <a:ext cx="9797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560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</a:t>
              </a:r>
              <a:r>
                <a:rPr lang="en-US" b="1" dirty="0">
                  <a:solidFill>
                    <a:srgbClr val="3B7D2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ear</a:t>
              </a:r>
            </a:p>
            <a:p>
              <a:pPr algn="ctr"/>
              <a:r>
                <a:rPr lang="en-US" b="1" dirty="0">
                  <a:solidFill>
                    <a:srgbClr val="1560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</a:t>
              </a:r>
              <a:r>
                <a:rPr lang="en-US" b="1" dirty="0">
                  <a:solidFill>
                    <a:srgbClr val="3B7D2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els</a:t>
              </a:r>
            </a:p>
          </p:txBody>
        </p:sp>
        <p:sp>
          <p:nvSpPr>
            <p:cNvPr id="135" name="CaixaDeTexto 134">
              <a:extLst>
                <a:ext uri="{FF2B5EF4-FFF2-40B4-BE49-F238E27FC236}">
                  <a16:creationId xmlns:a16="http://schemas.microsoft.com/office/drawing/2014/main" id="{4B52BDF7-4826-A0FA-317D-FC70308DA8D5}"/>
                </a:ext>
              </a:extLst>
            </p:cNvPr>
            <p:cNvSpPr txBox="1"/>
            <p:nvPr/>
          </p:nvSpPr>
          <p:spPr>
            <a:xfrm>
              <a:off x="-98709" y="5821103"/>
              <a:ext cx="17991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560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Removal of centrifugation signal</a:t>
              </a:r>
            </a:p>
          </p:txBody>
        </p:sp>
        <p:sp>
          <p:nvSpPr>
            <p:cNvPr id="136" name="CaixaDeTexto 135">
              <a:extLst>
                <a:ext uri="{FF2B5EF4-FFF2-40B4-BE49-F238E27FC236}">
                  <a16:creationId xmlns:a16="http://schemas.microsoft.com/office/drawing/2014/main" id="{B75C4FDF-8FFB-51FA-8A1D-3F17B49A4DF9}"/>
                </a:ext>
              </a:extLst>
            </p:cNvPr>
            <p:cNvSpPr txBox="1"/>
            <p:nvPr/>
          </p:nvSpPr>
          <p:spPr>
            <a:xfrm>
              <a:off x="1538755" y="8389050"/>
              <a:ext cx="16979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Mitochondrial</a:t>
              </a:r>
            </a:p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RNAs</a:t>
              </a:r>
            </a:p>
          </p:txBody>
        </p:sp>
        <p:sp>
          <p:nvSpPr>
            <p:cNvPr id="137" name="CaixaDeTexto 136">
              <a:extLst>
                <a:ext uri="{FF2B5EF4-FFF2-40B4-BE49-F238E27FC236}">
                  <a16:creationId xmlns:a16="http://schemas.microsoft.com/office/drawing/2014/main" id="{5DE4D94E-FD72-B337-1F99-8A0CC33FD5D2}"/>
                </a:ext>
              </a:extLst>
            </p:cNvPr>
            <p:cNvSpPr txBox="1"/>
            <p:nvPr/>
          </p:nvSpPr>
          <p:spPr>
            <a:xfrm>
              <a:off x="7031906" y="1684273"/>
              <a:ext cx="218574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96607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Controlled cellular response to stress          </a:t>
              </a:r>
            </a:p>
          </p:txBody>
        </p:sp>
        <p:cxnSp>
          <p:nvCxnSpPr>
            <p:cNvPr id="138" name="Conexão reta unidirecional 137">
              <a:extLst>
                <a:ext uri="{FF2B5EF4-FFF2-40B4-BE49-F238E27FC236}">
                  <a16:creationId xmlns:a16="http://schemas.microsoft.com/office/drawing/2014/main" id="{126757BB-0E0D-1EA7-5BBB-B45C91316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6459" y="2141485"/>
              <a:ext cx="444928" cy="8906"/>
            </a:xfrm>
            <a:prstGeom prst="straightConnector1">
              <a:avLst/>
            </a:prstGeom>
            <a:ln w="38100">
              <a:solidFill>
                <a:srgbClr val="96607A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9" name="Gráfico 138" descr="Computador com preenchimento sólido">
              <a:extLst>
                <a:ext uri="{FF2B5EF4-FFF2-40B4-BE49-F238E27FC236}">
                  <a16:creationId xmlns:a16="http://schemas.microsoft.com/office/drawing/2014/main" id="{D25B4404-8CBC-5D87-A993-2EA70D2F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93549" y="5648416"/>
              <a:ext cx="914400" cy="914400"/>
            </a:xfrm>
            <a:prstGeom prst="rect">
              <a:avLst/>
            </a:prstGeom>
          </p:spPr>
        </p:pic>
        <p:cxnSp>
          <p:nvCxnSpPr>
            <p:cNvPr id="140" name="Conexão reta unidirecional 139">
              <a:extLst>
                <a:ext uri="{FF2B5EF4-FFF2-40B4-BE49-F238E27FC236}">
                  <a16:creationId xmlns:a16="http://schemas.microsoft.com/office/drawing/2014/main" id="{C4744A2B-39D5-1BA9-8B25-77D3BDDC737C}"/>
                </a:ext>
              </a:extLst>
            </p:cNvPr>
            <p:cNvCxnSpPr>
              <a:cxnSpLocks/>
            </p:cNvCxnSpPr>
            <p:nvPr/>
          </p:nvCxnSpPr>
          <p:spPr>
            <a:xfrm>
              <a:off x="2338482" y="5463925"/>
              <a:ext cx="0" cy="31634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xão reta unidirecional 140">
              <a:extLst>
                <a:ext uri="{FF2B5EF4-FFF2-40B4-BE49-F238E27FC236}">
                  <a16:creationId xmlns:a16="http://schemas.microsoft.com/office/drawing/2014/main" id="{FBADC877-A442-9CF8-CBBF-661666330EC1}"/>
                </a:ext>
              </a:extLst>
            </p:cNvPr>
            <p:cNvCxnSpPr>
              <a:cxnSpLocks/>
            </p:cNvCxnSpPr>
            <p:nvPr/>
          </p:nvCxnSpPr>
          <p:spPr>
            <a:xfrm>
              <a:off x="2387706" y="7674721"/>
              <a:ext cx="0" cy="7804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CaixaDeTexto 141">
              <a:extLst>
                <a:ext uri="{FF2B5EF4-FFF2-40B4-BE49-F238E27FC236}">
                  <a16:creationId xmlns:a16="http://schemas.microsoft.com/office/drawing/2014/main" id="{D39E2069-39BF-6688-064E-19C4BC3E9734}"/>
                </a:ext>
              </a:extLst>
            </p:cNvPr>
            <p:cNvSpPr txBox="1"/>
            <p:nvPr/>
          </p:nvSpPr>
          <p:spPr>
            <a:xfrm>
              <a:off x="4656261" y="5583417"/>
              <a:ext cx="183126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E848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experiments suggest mitochondrial dsRNA enrichment in SG</a:t>
              </a:r>
            </a:p>
          </p:txBody>
        </p:sp>
        <p:cxnSp>
          <p:nvCxnSpPr>
            <p:cNvPr id="143" name="Conexão reta unidirecional 142">
              <a:extLst>
                <a:ext uri="{FF2B5EF4-FFF2-40B4-BE49-F238E27FC236}">
                  <a16:creationId xmlns:a16="http://schemas.microsoft.com/office/drawing/2014/main" id="{8014BB69-EE5F-42B7-9ADA-60BF2344564B}"/>
                </a:ext>
              </a:extLst>
            </p:cNvPr>
            <p:cNvCxnSpPr>
              <a:cxnSpLocks/>
              <a:endCxn id="144" idx="0"/>
            </p:cNvCxnSpPr>
            <p:nvPr/>
          </p:nvCxnSpPr>
          <p:spPr>
            <a:xfrm>
              <a:off x="8124778" y="2638301"/>
              <a:ext cx="0" cy="368175"/>
            </a:xfrm>
            <a:prstGeom prst="straightConnector1">
              <a:avLst/>
            </a:prstGeom>
            <a:ln w="38100">
              <a:solidFill>
                <a:srgbClr val="96607A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5947767E-8786-758A-D1A0-69AC44C7C17A}"/>
                </a:ext>
              </a:extLst>
            </p:cNvPr>
            <p:cNvSpPr txBox="1"/>
            <p:nvPr/>
          </p:nvSpPr>
          <p:spPr>
            <a:xfrm>
              <a:off x="7031906" y="3006476"/>
              <a:ext cx="21857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96607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Increased Survival</a:t>
              </a:r>
            </a:p>
          </p:txBody>
        </p:sp>
        <p:grpSp>
          <p:nvGrpSpPr>
            <p:cNvPr id="145" name="Group 42">
              <a:extLst>
                <a:ext uri="{FF2B5EF4-FFF2-40B4-BE49-F238E27FC236}">
                  <a16:creationId xmlns:a16="http://schemas.microsoft.com/office/drawing/2014/main" id="{B6CEBCEF-AD19-741E-A8D1-E4F2563FA695}"/>
                </a:ext>
              </a:extLst>
            </p:cNvPr>
            <p:cNvGrpSpPr/>
            <p:nvPr/>
          </p:nvGrpSpPr>
          <p:grpSpPr>
            <a:xfrm rot="20640331" flipH="1">
              <a:off x="1053519" y="1274813"/>
              <a:ext cx="566596" cy="364139"/>
              <a:chOff x="11466383" y="10389681"/>
              <a:chExt cx="802345" cy="692009"/>
            </a:xfrm>
            <a:solidFill>
              <a:srgbClr val="D0CBED"/>
            </a:solidFill>
          </p:grpSpPr>
          <p:sp>
            <p:nvSpPr>
              <p:cNvPr id="146" name="Oval 138">
                <a:extLst>
                  <a:ext uri="{FF2B5EF4-FFF2-40B4-BE49-F238E27FC236}">
                    <a16:creationId xmlns:a16="http://schemas.microsoft.com/office/drawing/2014/main" id="{C813E2DB-2F1D-9B43-1B96-4E851B649FF9}"/>
                  </a:ext>
                </a:extLst>
              </p:cNvPr>
              <p:cNvSpPr/>
              <p:nvPr/>
            </p:nvSpPr>
            <p:spPr>
              <a:xfrm rot="6385228">
                <a:off x="11709917" y="10908161"/>
                <a:ext cx="127000" cy="165100"/>
              </a:xfrm>
              <a:custGeom>
                <a:avLst/>
                <a:gdLst>
                  <a:gd name="csX0" fmla="*/ 0 w 127000"/>
                  <a:gd name="csY0" fmla="*/ 82550 h 165100"/>
                  <a:gd name="csX1" fmla="*/ 63500 w 127000"/>
                  <a:gd name="csY1" fmla="*/ 0 h 165100"/>
                  <a:gd name="csX2" fmla="*/ 127000 w 127000"/>
                  <a:gd name="csY2" fmla="*/ 82550 h 165100"/>
                  <a:gd name="csX3" fmla="*/ 63500 w 127000"/>
                  <a:gd name="csY3" fmla="*/ 165100 h 165100"/>
                  <a:gd name="csX4" fmla="*/ 0 w 127000"/>
                  <a:gd name="csY4" fmla="*/ 82550 h 16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7000" h="165100" fill="none" extrusionOk="0">
                    <a:moveTo>
                      <a:pt x="0" y="82550"/>
                    </a:moveTo>
                    <a:cubicBezTo>
                      <a:pt x="4713" y="39902"/>
                      <a:pt x="29584" y="266"/>
                      <a:pt x="63500" y="0"/>
                    </a:cubicBezTo>
                    <a:cubicBezTo>
                      <a:pt x="104190" y="-3448"/>
                      <a:pt x="128342" y="40343"/>
                      <a:pt x="127000" y="82550"/>
                    </a:cubicBezTo>
                    <a:cubicBezTo>
                      <a:pt x="133275" y="128235"/>
                      <a:pt x="95358" y="161064"/>
                      <a:pt x="63500" y="165100"/>
                    </a:cubicBezTo>
                    <a:cubicBezTo>
                      <a:pt x="38612" y="163576"/>
                      <a:pt x="-3924" y="126281"/>
                      <a:pt x="0" y="82550"/>
                    </a:cubicBezTo>
                    <a:close/>
                  </a:path>
                  <a:path w="127000" h="165100" stroke="0" extrusionOk="0">
                    <a:moveTo>
                      <a:pt x="0" y="82550"/>
                    </a:moveTo>
                    <a:cubicBezTo>
                      <a:pt x="-4639" y="38934"/>
                      <a:pt x="34823" y="4180"/>
                      <a:pt x="63500" y="0"/>
                    </a:cubicBezTo>
                    <a:cubicBezTo>
                      <a:pt x="99583" y="-1052"/>
                      <a:pt x="123674" y="37480"/>
                      <a:pt x="127000" y="82550"/>
                    </a:cubicBezTo>
                    <a:cubicBezTo>
                      <a:pt x="123645" y="129799"/>
                      <a:pt x="94015" y="158090"/>
                      <a:pt x="63500" y="165100"/>
                    </a:cubicBezTo>
                    <a:cubicBezTo>
                      <a:pt x="28682" y="161195"/>
                      <a:pt x="-1644" y="126573"/>
                      <a:pt x="0" y="8255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781262624">
                      <a:custGeom>
                        <a:avLst/>
                        <a:gdLst>
                          <a:gd name="connsiteX0" fmla="*/ 0 w 66828"/>
                          <a:gd name="connsiteY0" fmla="*/ 58294 h 116589"/>
                          <a:gd name="connsiteX1" fmla="*/ 33414 w 66828"/>
                          <a:gd name="connsiteY1" fmla="*/ 0 h 116589"/>
                          <a:gd name="connsiteX2" fmla="*/ 66828 w 66828"/>
                          <a:gd name="connsiteY2" fmla="*/ 58294 h 116589"/>
                          <a:gd name="connsiteX3" fmla="*/ 33414 w 66828"/>
                          <a:gd name="connsiteY3" fmla="*/ 116589 h 116589"/>
                          <a:gd name="connsiteX4" fmla="*/ 0 w 66828"/>
                          <a:gd name="connsiteY4" fmla="*/ 58294 h 116589"/>
                          <a:gd name="connsiteX0" fmla="*/ 0 w 66828"/>
                          <a:gd name="connsiteY0" fmla="*/ 58294 h 116589"/>
                          <a:gd name="connsiteX1" fmla="*/ 33414 w 66828"/>
                          <a:gd name="connsiteY1" fmla="*/ 0 h 116589"/>
                          <a:gd name="connsiteX2" fmla="*/ 66828 w 66828"/>
                          <a:gd name="connsiteY2" fmla="*/ 58294 h 116589"/>
                          <a:gd name="connsiteX3" fmla="*/ 33414 w 66828"/>
                          <a:gd name="connsiteY3" fmla="*/ 116589 h 116589"/>
                          <a:gd name="connsiteX4" fmla="*/ 0 w 66828"/>
                          <a:gd name="connsiteY4" fmla="*/ 58294 h 11658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6828" h="116589" fill="none" extrusionOk="0">
                            <a:moveTo>
                              <a:pt x="0" y="58294"/>
                            </a:moveTo>
                            <a:cubicBezTo>
                              <a:pt x="3985" y="29117"/>
                              <a:pt x="18993" y="977"/>
                              <a:pt x="33414" y="0"/>
                            </a:cubicBezTo>
                            <a:cubicBezTo>
                              <a:pt x="59040" y="-5021"/>
                              <a:pt x="69173" y="32620"/>
                              <a:pt x="66828" y="58294"/>
                            </a:cubicBezTo>
                            <a:cubicBezTo>
                              <a:pt x="71724" y="90579"/>
                              <a:pt x="47791" y="110740"/>
                              <a:pt x="33414" y="116589"/>
                            </a:cubicBezTo>
                            <a:cubicBezTo>
                              <a:pt x="23746" y="114999"/>
                              <a:pt x="-3145" y="88664"/>
                              <a:pt x="0" y="58294"/>
                            </a:cubicBezTo>
                            <a:close/>
                          </a:path>
                          <a:path w="66828" h="116589" stroke="0" extrusionOk="0">
                            <a:moveTo>
                              <a:pt x="0" y="58294"/>
                            </a:moveTo>
                            <a:cubicBezTo>
                              <a:pt x="132" y="27363"/>
                              <a:pt x="18948" y="694"/>
                              <a:pt x="33414" y="0"/>
                            </a:cubicBezTo>
                            <a:cubicBezTo>
                              <a:pt x="50554" y="900"/>
                              <a:pt x="62687" y="19941"/>
                              <a:pt x="66828" y="58294"/>
                            </a:cubicBezTo>
                            <a:cubicBezTo>
                              <a:pt x="65328" y="90025"/>
                              <a:pt x="50616" y="109277"/>
                              <a:pt x="33414" y="116589"/>
                            </a:cubicBezTo>
                            <a:cubicBezTo>
                              <a:pt x="14005" y="114306"/>
                              <a:pt x="653" y="87590"/>
                              <a:pt x="0" y="58294"/>
                            </a:cubicBezTo>
                            <a:close/>
                          </a:path>
                          <a:path w="66828" h="116589" fill="none" stroke="0" extrusionOk="0">
                            <a:moveTo>
                              <a:pt x="0" y="58294"/>
                            </a:moveTo>
                            <a:cubicBezTo>
                              <a:pt x="89" y="29195"/>
                              <a:pt x="18834" y="2323"/>
                              <a:pt x="33414" y="0"/>
                            </a:cubicBezTo>
                            <a:cubicBezTo>
                              <a:pt x="59579" y="-7376"/>
                              <a:pt x="65728" y="28772"/>
                              <a:pt x="66828" y="58294"/>
                            </a:cubicBezTo>
                            <a:cubicBezTo>
                              <a:pt x="66492" y="92352"/>
                              <a:pt x="48017" y="110413"/>
                              <a:pt x="33414" y="116589"/>
                            </a:cubicBezTo>
                            <a:cubicBezTo>
                              <a:pt x="20522" y="112348"/>
                              <a:pt x="-3783" y="87537"/>
                              <a:pt x="0" y="58294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7" name="Oval 139">
                <a:extLst>
                  <a:ext uri="{FF2B5EF4-FFF2-40B4-BE49-F238E27FC236}">
                    <a16:creationId xmlns:a16="http://schemas.microsoft.com/office/drawing/2014/main" id="{39FDAE32-6AF2-7A1B-67E9-BB17E69A7C10}"/>
                  </a:ext>
                </a:extLst>
              </p:cNvPr>
              <p:cNvSpPr/>
              <p:nvPr/>
            </p:nvSpPr>
            <p:spPr>
              <a:xfrm rot="5769310">
                <a:off x="11618883" y="10371681"/>
                <a:ext cx="144000" cy="180000"/>
              </a:xfrm>
              <a:custGeom>
                <a:avLst/>
                <a:gdLst>
                  <a:gd name="csX0" fmla="*/ 0 w 144000"/>
                  <a:gd name="csY0" fmla="*/ 90000 h 180000"/>
                  <a:gd name="csX1" fmla="*/ 72000 w 144000"/>
                  <a:gd name="csY1" fmla="*/ 0 h 180000"/>
                  <a:gd name="csX2" fmla="*/ 144000 w 144000"/>
                  <a:gd name="csY2" fmla="*/ 90000 h 180000"/>
                  <a:gd name="csX3" fmla="*/ 72000 w 144000"/>
                  <a:gd name="csY3" fmla="*/ 180000 h 180000"/>
                  <a:gd name="csX4" fmla="*/ 0 w 144000"/>
                  <a:gd name="csY4" fmla="*/ 90000 h 18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4000" h="180000" fill="none" extrusionOk="0">
                    <a:moveTo>
                      <a:pt x="0" y="90000"/>
                    </a:moveTo>
                    <a:cubicBezTo>
                      <a:pt x="8070" y="35802"/>
                      <a:pt x="33481" y="851"/>
                      <a:pt x="72000" y="0"/>
                    </a:cubicBezTo>
                    <a:cubicBezTo>
                      <a:pt x="109068" y="-7156"/>
                      <a:pt x="137293" y="34805"/>
                      <a:pt x="144000" y="90000"/>
                    </a:cubicBezTo>
                    <a:cubicBezTo>
                      <a:pt x="139238" y="141261"/>
                      <a:pt x="110122" y="180741"/>
                      <a:pt x="72000" y="180000"/>
                    </a:cubicBezTo>
                    <a:cubicBezTo>
                      <a:pt x="25441" y="173719"/>
                      <a:pt x="-2254" y="141997"/>
                      <a:pt x="0" y="90000"/>
                    </a:cubicBezTo>
                    <a:close/>
                  </a:path>
                  <a:path w="144000" h="180000" stroke="0" extrusionOk="0">
                    <a:moveTo>
                      <a:pt x="0" y="90000"/>
                    </a:moveTo>
                    <a:cubicBezTo>
                      <a:pt x="-1048" y="41449"/>
                      <a:pt x="33510" y="620"/>
                      <a:pt x="72000" y="0"/>
                    </a:cubicBezTo>
                    <a:cubicBezTo>
                      <a:pt x="103202" y="-2253"/>
                      <a:pt x="144534" y="35826"/>
                      <a:pt x="144000" y="90000"/>
                    </a:cubicBezTo>
                    <a:cubicBezTo>
                      <a:pt x="140330" y="136502"/>
                      <a:pt x="114849" y="180353"/>
                      <a:pt x="72000" y="180000"/>
                    </a:cubicBezTo>
                    <a:cubicBezTo>
                      <a:pt x="28841" y="180080"/>
                      <a:pt x="6240" y="139357"/>
                      <a:pt x="0" y="9000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864466342">
                      <a:custGeom>
                        <a:avLst/>
                        <a:gdLst>
                          <a:gd name="connsiteX0" fmla="*/ 0 w 75774"/>
                          <a:gd name="connsiteY0" fmla="*/ 63556 h 127112"/>
                          <a:gd name="connsiteX1" fmla="*/ 37886 w 75774"/>
                          <a:gd name="connsiteY1" fmla="*/ 0 h 127112"/>
                          <a:gd name="connsiteX2" fmla="*/ 75773 w 75774"/>
                          <a:gd name="connsiteY2" fmla="*/ 63556 h 127112"/>
                          <a:gd name="connsiteX3" fmla="*/ 37886 w 75774"/>
                          <a:gd name="connsiteY3" fmla="*/ 127112 h 127112"/>
                          <a:gd name="connsiteX4" fmla="*/ 0 w 75774"/>
                          <a:gd name="connsiteY4" fmla="*/ 63556 h 127112"/>
                          <a:gd name="connsiteX0" fmla="*/ 0 w 75774"/>
                          <a:gd name="connsiteY0" fmla="*/ 63556 h 127112"/>
                          <a:gd name="connsiteX1" fmla="*/ 37886 w 75774"/>
                          <a:gd name="connsiteY1" fmla="*/ 0 h 127112"/>
                          <a:gd name="connsiteX2" fmla="*/ 75773 w 75774"/>
                          <a:gd name="connsiteY2" fmla="*/ 63556 h 127112"/>
                          <a:gd name="connsiteX3" fmla="*/ 37886 w 75774"/>
                          <a:gd name="connsiteY3" fmla="*/ 127112 h 127112"/>
                          <a:gd name="connsiteX4" fmla="*/ 0 w 75774"/>
                          <a:gd name="connsiteY4" fmla="*/ 63556 h 12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5774" h="127112" fill="none" extrusionOk="0">
                            <a:moveTo>
                              <a:pt x="0" y="63556"/>
                            </a:moveTo>
                            <a:cubicBezTo>
                              <a:pt x="8268" y="23043"/>
                              <a:pt x="18373" y="1116"/>
                              <a:pt x="37886" y="0"/>
                            </a:cubicBezTo>
                            <a:cubicBezTo>
                              <a:pt x="54739" y="-12091"/>
                              <a:pt x="67200" y="20450"/>
                              <a:pt x="75773" y="63556"/>
                            </a:cubicBezTo>
                            <a:cubicBezTo>
                              <a:pt x="69445" y="101003"/>
                              <a:pt x="55900" y="128558"/>
                              <a:pt x="37886" y="127112"/>
                            </a:cubicBezTo>
                            <a:cubicBezTo>
                              <a:pt x="10123" y="119659"/>
                              <a:pt x="-3713" y="102842"/>
                              <a:pt x="0" y="63556"/>
                            </a:cubicBezTo>
                            <a:close/>
                          </a:path>
                          <a:path w="75774" h="127112" stroke="0" extrusionOk="0">
                            <a:moveTo>
                              <a:pt x="0" y="63556"/>
                            </a:moveTo>
                            <a:cubicBezTo>
                              <a:pt x="-5083" y="29549"/>
                              <a:pt x="19630" y="-1682"/>
                              <a:pt x="37886" y="0"/>
                            </a:cubicBezTo>
                            <a:cubicBezTo>
                              <a:pt x="48506" y="0"/>
                              <a:pt x="70896" y="28299"/>
                              <a:pt x="75773" y="63556"/>
                            </a:cubicBezTo>
                            <a:cubicBezTo>
                              <a:pt x="71755" y="97737"/>
                              <a:pt x="61592" y="127127"/>
                              <a:pt x="37886" y="127112"/>
                            </a:cubicBezTo>
                            <a:cubicBezTo>
                              <a:pt x="20287" y="126976"/>
                              <a:pt x="-3270" y="99242"/>
                              <a:pt x="0" y="63556"/>
                            </a:cubicBezTo>
                            <a:close/>
                          </a:path>
                          <a:path w="75774" h="127112" fill="none" stroke="0" extrusionOk="0">
                            <a:moveTo>
                              <a:pt x="0" y="63556"/>
                            </a:moveTo>
                            <a:cubicBezTo>
                              <a:pt x="2952" y="26708"/>
                              <a:pt x="19667" y="1597"/>
                              <a:pt x="37886" y="0"/>
                            </a:cubicBezTo>
                            <a:cubicBezTo>
                              <a:pt x="54265" y="-5877"/>
                              <a:pt x="72872" y="19321"/>
                              <a:pt x="75773" y="63556"/>
                            </a:cubicBezTo>
                            <a:cubicBezTo>
                              <a:pt x="70250" y="97120"/>
                              <a:pt x="59358" y="127797"/>
                              <a:pt x="37886" y="127112"/>
                            </a:cubicBezTo>
                            <a:cubicBezTo>
                              <a:pt x="10584" y="122742"/>
                              <a:pt x="-386" y="100230"/>
                              <a:pt x="0" y="63556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8" name="Oval 140">
                <a:extLst>
                  <a:ext uri="{FF2B5EF4-FFF2-40B4-BE49-F238E27FC236}">
                    <a16:creationId xmlns:a16="http://schemas.microsoft.com/office/drawing/2014/main" id="{AE3F3A42-5030-2DEF-4FEE-81EE3629503B}"/>
                  </a:ext>
                </a:extLst>
              </p:cNvPr>
              <p:cNvSpPr/>
              <p:nvPr/>
            </p:nvSpPr>
            <p:spPr>
              <a:xfrm rot="14327717">
                <a:off x="11876407" y="10442256"/>
                <a:ext cx="127000" cy="165100"/>
              </a:xfrm>
              <a:custGeom>
                <a:avLst/>
                <a:gdLst>
                  <a:gd name="csX0" fmla="*/ 0 w 127000"/>
                  <a:gd name="csY0" fmla="*/ 82550 h 165100"/>
                  <a:gd name="csX1" fmla="*/ 63500 w 127000"/>
                  <a:gd name="csY1" fmla="*/ 0 h 165100"/>
                  <a:gd name="csX2" fmla="*/ 127000 w 127000"/>
                  <a:gd name="csY2" fmla="*/ 82550 h 165100"/>
                  <a:gd name="csX3" fmla="*/ 63500 w 127000"/>
                  <a:gd name="csY3" fmla="*/ 165100 h 165100"/>
                  <a:gd name="csX4" fmla="*/ 0 w 127000"/>
                  <a:gd name="csY4" fmla="*/ 82550 h 16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7000" h="165100" fill="none" extrusionOk="0">
                    <a:moveTo>
                      <a:pt x="0" y="82550"/>
                    </a:moveTo>
                    <a:cubicBezTo>
                      <a:pt x="2617" y="37818"/>
                      <a:pt x="29752" y="513"/>
                      <a:pt x="63500" y="0"/>
                    </a:cubicBezTo>
                    <a:cubicBezTo>
                      <a:pt x="98004" y="-6208"/>
                      <a:pt x="131010" y="39461"/>
                      <a:pt x="127000" y="82550"/>
                    </a:cubicBezTo>
                    <a:cubicBezTo>
                      <a:pt x="132622" y="125536"/>
                      <a:pt x="101138" y="170225"/>
                      <a:pt x="63500" y="165100"/>
                    </a:cubicBezTo>
                    <a:cubicBezTo>
                      <a:pt x="36356" y="171238"/>
                      <a:pt x="1347" y="125774"/>
                      <a:pt x="0" y="82550"/>
                    </a:cubicBezTo>
                    <a:close/>
                  </a:path>
                  <a:path w="127000" h="165100" stroke="0" extrusionOk="0">
                    <a:moveTo>
                      <a:pt x="0" y="82550"/>
                    </a:moveTo>
                    <a:cubicBezTo>
                      <a:pt x="148" y="39436"/>
                      <a:pt x="24394" y="-839"/>
                      <a:pt x="63500" y="0"/>
                    </a:cubicBezTo>
                    <a:cubicBezTo>
                      <a:pt x="96164" y="-1963"/>
                      <a:pt x="121999" y="35758"/>
                      <a:pt x="127000" y="82550"/>
                    </a:cubicBezTo>
                    <a:cubicBezTo>
                      <a:pt x="122819" y="134616"/>
                      <a:pt x="101820" y="165270"/>
                      <a:pt x="63500" y="165100"/>
                    </a:cubicBezTo>
                    <a:cubicBezTo>
                      <a:pt x="22892" y="163060"/>
                      <a:pt x="124" y="121505"/>
                      <a:pt x="0" y="8255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343261054">
                      <a:custGeom>
                        <a:avLst/>
                        <a:gdLst>
                          <a:gd name="connsiteX0" fmla="*/ 0 w 66828"/>
                          <a:gd name="connsiteY0" fmla="*/ 58294 h 116589"/>
                          <a:gd name="connsiteX1" fmla="*/ 33414 w 66828"/>
                          <a:gd name="connsiteY1" fmla="*/ 0 h 116589"/>
                          <a:gd name="connsiteX2" fmla="*/ 66828 w 66828"/>
                          <a:gd name="connsiteY2" fmla="*/ 58294 h 116589"/>
                          <a:gd name="connsiteX3" fmla="*/ 33414 w 66828"/>
                          <a:gd name="connsiteY3" fmla="*/ 116589 h 116589"/>
                          <a:gd name="connsiteX4" fmla="*/ 0 w 66828"/>
                          <a:gd name="connsiteY4" fmla="*/ 58294 h 116589"/>
                          <a:gd name="connsiteX0" fmla="*/ 0 w 66828"/>
                          <a:gd name="connsiteY0" fmla="*/ 58294 h 116589"/>
                          <a:gd name="connsiteX1" fmla="*/ 33414 w 66828"/>
                          <a:gd name="connsiteY1" fmla="*/ 0 h 116589"/>
                          <a:gd name="connsiteX2" fmla="*/ 66828 w 66828"/>
                          <a:gd name="connsiteY2" fmla="*/ 58294 h 116589"/>
                          <a:gd name="connsiteX3" fmla="*/ 33414 w 66828"/>
                          <a:gd name="connsiteY3" fmla="*/ 116589 h 116589"/>
                          <a:gd name="connsiteX4" fmla="*/ 0 w 66828"/>
                          <a:gd name="connsiteY4" fmla="*/ 58294 h 11658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6828" h="116589" fill="none" extrusionOk="0">
                            <a:moveTo>
                              <a:pt x="0" y="58294"/>
                            </a:moveTo>
                            <a:cubicBezTo>
                              <a:pt x="2532" y="27085"/>
                              <a:pt x="17693" y="1153"/>
                              <a:pt x="33414" y="0"/>
                            </a:cubicBezTo>
                            <a:cubicBezTo>
                              <a:pt x="51149" y="-9009"/>
                              <a:pt x="70556" y="28876"/>
                              <a:pt x="66828" y="58294"/>
                            </a:cubicBezTo>
                            <a:cubicBezTo>
                              <a:pt x="70718" y="88218"/>
                              <a:pt x="53863" y="121493"/>
                              <a:pt x="33414" y="116589"/>
                            </a:cubicBezTo>
                            <a:cubicBezTo>
                              <a:pt x="22489" y="123524"/>
                              <a:pt x="2518" y="85638"/>
                              <a:pt x="0" y="58294"/>
                            </a:cubicBezTo>
                            <a:close/>
                          </a:path>
                          <a:path w="66828" h="116589" stroke="0" extrusionOk="0">
                            <a:moveTo>
                              <a:pt x="0" y="58294"/>
                            </a:moveTo>
                            <a:cubicBezTo>
                              <a:pt x="-2147" y="27948"/>
                              <a:pt x="12605" y="603"/>
                              <a:pt x="33414" y="0"/>
                            </a:cubicBezTo>
                            <a:cubicBezTo>
                              <a:pt x="55297" y="-5295"/>
                              <a:pt x="66707" y="24674"/>
                              <a:pt x="66828" y="58294"/>
                            </a:cubicBezTo>
                            <a:cubicBezTo>
                              <a:pt x="63495" y="97854"/>
                              <a:pt x="57285" y="114957"/>
                              <a:pt x="33414" y="116589"/>
                            </a:cubicBezTo>
                            <a:cubicBezTo>
                              <a:pt x="12127" y="112279"/>
                              <a:pt x="960" y="82165"/>
                              <a:pt x="0" y="58294"/>
                            </a:cubicBezTo>
                            <a:close/>
                          </a:path>
                          <a:path w="66828" h="116589" fill="none" stroke="0" extrusionOk="0">
                            <a:moveTo>
                              <a:pt x="0" y="58294"/>
                            </a:moveTo>
                            <a:cubicBezTo>
                              <a:pt x="1534" y="29322"/>
                              <a:pt x="13068" y="-176"/>
                              <a:pt x="33414" y="0"/>
                            </a:cubicBezTo>
                            <a:cubicBezTo>
                              <a:pt x="45749" y="-9133"/>
                              <a:pt x="63547" y="26571"/>
                              <a:pt x="66828" y="58294"/>
                            </a:cubicBezTo>
                            <a:cubicBezTo>
                              <a:pt x="68267" y="91003"/>
                              <a:pt x="55849" y="120346"/>
                              <a:pt x="33414" y="116589"/>
                            </a:cubicBezTo>
                            <a:cubicBezTo>
                              <a:pt x="17930" y="120481"/>
                              <a:pt x="747" y="86742"/>
                              <a:pt x="0" y="58294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9" name="Oval 141">
                <a:extLst>
                  <a:ext uri="{FF2B5EF4-FFF2-40B4-BE49-F238E27FC236}">
                    <a16:creationId xmlns:a16="http://schemas.microsoft.com/office/drawing/2014/main" id="{F3CCA578-32AC-7C05-FAB4-0FC774502759}"/>
                  </a:ext>
                </a:extLst>
              </p:cNvPr>
              <p:cNvSpPr/>
              <p:nvPr/>
            </p:nvSpPr>
            <p:spPr>
              <a:xfrm>
                <a:off x="11932864" y="10741365"/>
                <a:ext cx="127000" cy="165100"/>
              </a:xfrm>
              <a:custGeom>
                <a:avLst/>
                <a:gdLst>
                  <a:gd name="csX0" fmla="*/ 0 w 127000"/>
                  <a:gd name="csY0" fmla="*/ 82550 h 165100"/>
                  <a:gd name="csX1" fmla="*/ 63500 w 127000"/>
                  <a:gd name="csY1" fmla="*/ 0 h 165100"/>
                  <a:gd name="csX2" fmla="*/ 127000 w 127000"/>
                  <a:gd name="csY2" fmla="*/ 82550 h 165100"/>
                  <a:gd name="csX3" fmla="*/ 63500 w 127000"/>
                  <a:gd name="csY3" fmla="*/ 165100 h 165100"/>
                  <a:gd name="csX4" fmla="*/ 0 w 127000"/>
                  <a:gd name="csY4" fmla="*/ 82550 h 16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7000" h="165100" fill="none" extrusionOk="0">
                    <a:moveTo>
                      <a:pt x="0" y="82550"/>
                    </a:moveTo>
                    <a:cubicBezTo>
                      <a:pt x="-2400" y="40410"/>
                      <a:pt x="31089" y="1861"/>
                      <a:pt x="63500" y="0"/>
                    </a:cubicBezTo>
                    <a:cubicBezTo>
                      <a:pt x="101663" y="-2970"/>
                      <a:pt x="126566" y="29802"/>
                      <a:pt x="127000" y="82550"/>
                    </a:cubicBezTo>
                    <a:cubicBezTo>
                      <a:pt x="129111" y="127722"/>
                      <a:pt x="99331" y="162175"/>
                      <a:pt x="63500" y="165100"/>
                    </a:cubicBezTo>
                    <a:cubicBezTo>
                      <a:pt x="31698" y="175270"/>
                      <a:pt x="175" y="125682"/>
                      <a:pt x="0" y="82550"/>
                    </a:cubicBezTo>
                    <a:close/>
                  </a:path>
                  <a:path w="127000" h="165100" stroke="0" extrusionOk="0">
                    <a:moveTo>
                      <a:pt x="0" y="82550"/>
                    </a:moveTo>
                    <a:cubicBezTo>
                      <a:pt x="-1488" y="38136"/>
                      <a:pt x="36812" y="1629"/>
                      <a:pt x="63500" y="0"/>
                    </a:cubicBezTo>
                    <a:cubicBezTo>
                      <a:pt x="95661" y="-3463"/>
                      <a:pt x="129202" y="32622"/>
                      <a:pt x="127000" y="82550"/>
                    </a:cubicBezTo>
                    <a:cubicBezTo>
                      <a:pt x="128328" y="129001"/>
                      <a:pt x="97544" y="164407"/>
                      <a:pt x="63500" y="165100"/>
                    </a:cubicBezTo>
                    <a:cubicBezTo>
                      <a:pt x="30901" y="162383"/>
                      <a:pt x="-3479" y="136385"/>
                      <a:pt x="0" y="8255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302522493">
                      <a:custGeom>
                        <a:avLst/>
                        <a:gdLst>
                          <a:gd name="connsiteX0" fmla="*/ 0 w 89684"/>
                          <a:gd name="connsiteY0" fmla="*/ 43438 h 86877"/>
                          <a:gd name="connsiteX1" fmla="*/ 44842 w 89684"/>
                          <a:gd name="connsiteY1" fmla="*/ 0 h 86877"/>
                          <a:gd name="connsiteX2" fmla="*/ 89684 w 89684"/>
                          <a:gd name="connsiteY2" fmla="*/ 43438 h 86877"/>
                          <a:gd name="connsiteX3" fmla="*/ 44842 w 89684"/>
                          <a:gd name="connsiteY3" fmla="*/ 86876 h 86877"/>
                          <a:gd name="connsiteX4" fmla="*/ 0 w 89684"/>
                          <a:gd name="connsiteY4" fmla="*/ 43438 h 86877"/>
                          <a:gd name="connsiteX0" fmla="*/ 0 w 89684"/>
                          <a:gd name="connsiteY0" fmla="*/ 43438 h 86877"/>
                          <a:gd name="connsiteX1" fmla="*/ 44842 w 89684"/>
                          <a:gd name="connsiteY1" fmla="*/ 0 h 86877"/>
                          <a:gd name="connsiteX2" fmla="*/ 89684 w 89684"/>
                          <a:gd name="connsiteY2" fmla="*/ 43438 h 86877"/>
                          <a:gd name="connsiteX3" fmla="*/ 44842 w 89684"/>
                          <a:gd name="connsiteY3" fmla="*/ 86876 h 86877"/>
                          <a:gd name="connsiteX4" fmla="*/ 0 w 89684"/>
                          <a:gd name="connsiteY4" fmla="*/ 43438 h 868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9684" h="86877" fill="none" extrusionOk="0">
                            <a:moveTo>
                              <a:pt x="0" y="43438"/>
                            </a:moveTo>
                            <a:cubicBezTo>
                              <a:pt x="-4887" y="25854"/>
                              <a:pt x="23737" y="2227"/>
                              <a:pt x="44842" y="0"/>
                            </a:cubicBezTo>
                            <a:cubicBezTo>
                              <a:pt x="74643" y="-4302"/>
                              <a:pt x="89245" y="13502"/>
                              <a:pt x="89684" y="43438"/>
                            </a:cubicBezTo>
                            <a:cubicBezTo>
                              <a:pt x="92422" y="66960"/>
                              <a:pt x="70429" y="84241"/>
                              <a:pt x="44842" y="86876"/>
                            </a:cubicBezTo>
                            <a:cubicBezTo>
                              <a:pt x="23347" y="95224"/>
                              <a:pt x="392" y="62362"/>
                              <a:pt x="0" y="43438"/>
                            </a:cubicBezTo>
                            <a:close/>
                          </a:path>
                          <a:path w="89684" h="86877" stroke="0" extrusionOk="0">
                            <a:moveTo>
                              <a:pt x="0" y="43438"/>
                            </a:moveTo>
                            <a:cubicBezTo>
                              <a:pt x="-1430" y="21500"/>
                              <a:pt x="23202" y="-1172"/>
                              <a:pt x="44842" y="0"/>
                            </a:cubicBezTo>
                            <a:cubicBezTo>
                              <a:pt x="67178" y="-7750"/>
                              <a:pt x="97439" y="17502"/>
                              <a:pt x="89684" y="43438"/>
                            </a:cubicBezTo>
                            <a:cubicBezTo>
                              <a:pt x="88638" y="65048"/>
                              <a:pt x="67179" y="86087"/>
                              <a:pt x="44842" y="86876"/>
                            </a:cubicBezTo>
                            <a:cubicBezTo>
                              <a:pt x="24200" y="85035"/>
                              <a:pt x="-3905" y="77430"/>
                              <a:pt x="0" y="43438"/>
                            </a:cubicBezTo>
                            <a:close/>
                          </a:path>
                          <a:path w="89684" h="86877" fill="none" stroke="0" extrusionOk="0">
                            <a:moveTo>
                              <a:pt x="0" y="43438"/>
                            </a:moveTo>
                            <a:cubicBezTo>
                              <a:pt x="-5242" y="24069"/>
                              <a:pt x="25198" y="1609"/>
                              <a:pt x="44842" y="0"/>
                            </a:cubicBezTo>
                            <a:cubicBezTo>
                              <a:pt x="68163" y="-5883"/>
                              <a:pt x="90003" y="14448"/>
                              <a:pt x="89684" y="43438"/>
                            </a:cubicBezTo>
                            <a:cubicBezTo>
                              <a:pt x="94694" y="69487"/>
                              <a:pt x="65765" y="82378"/>
                              <a:pt x="44842" y="86876"/>
                            </a:cubicBezTo>
                            <a:cubicBezTo>
                              <a:pt x="25701" y="88581"/>
                              <a:pt x="-465" y="67527"/>
                              <a:pt x="0" y="43438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0" name="Oval 142">
                <a:extLst>
                  <a:ext uri="{FF2B5EF4-FFF2-40B4-BE49-F238E27FC236}">
                    <a16:creationId xmlns:a16="http://schemas.microsoft.com/office/drawing/2014/main" id="{7428C41E-29B1-4AC3-260A-BCE133A8CCC2}"/>
                  </a:ext>
                </a:extLst>
              </p:cNvPr>
              <p:cNvSpPr/>
              <p:nvPr/>
            </p:nvSpPr>
            <p:spPr>
              <a:xfrm rot="20157102">
                <a:off x="11610340" y="10609580"/>
                <a:ext cx="127000" cy="165100"/>
              </a:xfrm>
              <a:custGeom>
                <a:avLst/>
                <a:gdLst>
                  <a:gd name="csX0" fmla="*/ 0 w 127000"/>
                  <a:gd name="csY0" fmla="*/ 82550 h 165100"/>
                  <a:gd name="csX1" fmla="*/ 63500 w 127000"/>
                  <a:gd name="csY1" fmla="*/ 0 h 165100"/>
                  <a:gd name="csX2" fmla="*/ 127000 w 127000"/>
                  <a:gd name="csY2" fmla="*/ 82550 h 165100"/>
                  <a:gd name="csX3" fmla="*/ 63500 w 127000"/>
                  <a:gd name="csY3" fmla="*/ 165100 h 165100"/>
                  <a:gd name="csX4" fmla="*/ 0 w 127000"/>
                  <a:gd name="csY4" fmla="*/ 82550 h 16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7000" h="165100" fill="none" extrusionOk="0">
                    <a:moveTo>
                      <a:pt x="0" y="82550"/>
                    </a:moveTo>
                    <a:cubicBezTo>
                      <a:pt x="-1828" y="37144"/>
                      <a:pt x="26672" y="6189"/>
                      <a:pt x="63500" y="0"/>
                    </a:cubicBezTo>
                    <a:cubicBezTo>
                      <a:pt x="96566" y="-509"/>
                      <a:pt x="133482" y="40655"/>
                      <a:pt x="127000" y="82550"/>
                    </a:cubicBezTo>
                    <a:cubicBezTo>
                      <a:pt x="131915" y="126716"/>
                      <a:pt x="93049" y="164204"/>
                      <a:pt x="63500" y="165100"/>
                    </a:cubicBezTo>
                    <a:cubicBezTo>
                      <a:pt x="28087" y="167100"/>
                      <a:pt x="-2965" y="129643"/>
                      <a:pt x="0" y="82550"/>
                    </a:cubicBezTo>
                    <a:close/>
                  </a:path>
                  <a:path w="127000" h="165100" stroke="0" extrusionOk="0">
                    <a:moveTo>
                      <a:pt x="0" y="82550"/>
                    </a:moveTo>
                    <a:cubicBezTo>
                      <a:pt x="6818" y="36471"/>
                      <a:pt x="33080" y="-3751"/>
                      <a:pt x="63500" y="0"/>
                    </a:cubicBezTo>
                    <a:cubicBezTo>
                      <a:pt x="102679" y="-2991"/>
                      <a:pt x="136895" y="33533"/>
                      <a:pt x="127000" y="82550"/>
                    </a:cubicBezTo>
                    <a:cubicBezTo>
                      <a:pt x="128865" y="132086"/>
                      <a:pt x="98278" y="166035"/>
                      <a:pt x="63500" y="165100"/>
                    </a:cubicBezTo>
                    <a:cubicBezTo>
                      <a:pt x="29563" y="162513"/>
                      <a:pt x="1053" y="127581"/>
                      <a:pt x="0" y="8255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441640028">
                      <a:custGeom>
                        <a:avLst/>
                        <a:gdLst>
                          <a:gd name="connsiteX0" fmla="*/ 0 w 89684"/>
                          <a:gd name="connsiteY0" fmla="*/ 43438 h 86877"/>
                          <a:gd name="connsiteX1" fmla="*/ 44842 w 89684"/>
                          <a:gd name="connsiteY1" fmla="*/ 0 h 86877"/>
                          <a:gd name="connsiteX2" fmla="*/ 89684 w 89684"/>
                          <a:gd name="connsiteY2" fmla="*/ 43438 h 86877"/>
                          <a:gd name="connsiteX3" fmla="*/ 44842 w 89684"/>
                          <a:gd name="connsiteY3" fmla="*/ 86876 h 86877"/>
                          <a:gd name="connsiteX4" fmla="*/ 0 w 89684"/>
                          <a:gd name="connsiteY4" fmla="*/ 43438 h 86877"/>
                          <a:gd name="connsiteX0" fmla="*/ 0 w 89684"/>
                          <a:gd name="connsiteY0" fmla="*/ 43438 h 86877"/>
                          <a:gd name="connsiteX1" fmla="*/ 44842 w 89684"/>
                          <a:gd name="connsiteY1" fmla="*/ 0 h 86877"/>
                          <a:gd name="connsiteX2" fmla="*/ 89684 w 89684"/>
                          <a:gd name="connsiteY2" fmla="*/ 43438 h 86877"/>
                          <a:gd name="connsiteX3" fmla="*/ 44842 w 89684"/>
                          <a:gd name="connsiteY3" fmla="*/ 86876 h 86877"/>
                          <a:gd name="connsiteX4" fmla="*/ 0 w 89684"/>
                          <a:gd name="connsiteY4" fmla="*/ 43438 h 868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9684" h="86877" fill="none" extrusionOk="0">
                            <a:moveTo>
                              <a:pt x="0" y="43438"/>
                            </a:moveTo>
                            <a:cubicBezTo>
                              <a:pt x="-2061" y="19623"/>
                              <a:pt x="18087" y="5888"/>
                              <a:pt x="44842" y="0"/>
                            </a:cubicBezTo>
                            <a:cubicBezTo>
                              <a:pt x="64711" y="-1152"/>
                              <a:pt x="98151" y="23611"/>
                              <a:pt x="89684" y="43438"/>
                            </a:cubicBezTo>
                            <a:cubicBezTo>
                              <a:pt x="94071" y="66413"/>
                              <a:pt x="61218" y="85676"/>
                              <a:pt x="44842" y="86876"/>
                            </a:cubicBezTo>
                            <a:cubicBezTo>
                              <a:pt x="19509" y="89823"/>
                              <a:pt x="-3006" y="68681"/>
                              <a:pt x="0" y="43438"/>
                            </a:cubicBezTo>
                            <a:close/>
                          </a:path>
                          <a:path w="89684" h="86877" stroke="0" extrusionOk="0">
                            <a:moveTo>
                              <a:pt x="0" y="43438"/>
                            </a:moveTo>
                            <a:cubicBezTo>
                              <a:pt x="5833" y="17683"/>
                              <a:pt x="19615" y="-3186"/>
                              <a:pt x="44842" y="0"/>
                            </a:cubicBezTo>
                            <a:cubicBezTo>
                              <a:pt x="72164" y="-2909"/>
                              <a:pt x="98923" y="20385"/>
                              <a:pt x="89684" y="43438"/>
                            </a:cubicBezTo>
                            <a:cubicBezTo>
                              <a:pt x="87009" y="67997"/>
                              <a:pt x="69687" y="88011"/>
                              <a:pt x="44842" y="86876"/>
                            </a:cubicBezTo>
                            <a:cubicBezTo>
                              <a:pt x="17549" y="85592"/>
                              <a:pt x="-856" y="67081"/>
                              <a:pt x="0" y="43438"/>
                            </a:cubicBezTo>
                            <a:close/>
                          </a:path>
                          <a:path w="89684" h="86877" fill="none" stroke="0" extrusionOk="0">
                            <a:moveTo>
                              <a:pt x="0" y="43438"/>
                            </a:moveTo>
                            <a:cubicBezTo>
                              <a:pt x="4949" y="19098"/>
                              <a:pt x="21112" y="1419"/>
                              <a:pt x="44842" y="0"/>
                            </a:cubicBezTo>
                            <a:cubicBezTo>
                              <a:pt x="70010" y="-1591"/>
                              <a:pt x="96106" y="20754"/>
                              <a:pt x="89684" y="43438"/>
                            </a:cubicBezTo>
                            <a:cubicBezTo>
                              <a:pt x="94318" y="69141"/>
                              <a:pt x="65226" y="87946"/>
                              <a:pt x="44842" y="86876"/>
                            </a:cubicBezTo>
                            <a:cubicBezTo>
                              <a:pt x="20805" y="85711"/>
                              <a:pt x="3306" y="65350"/>
                              <a:pt x="0" y="43438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1" name="Oval 143">
                <a:extLst>
                  <a:ext uri="{FF2B5EF4-FFF2-40B4-BE49-F238E27FC236}">
                    <a16:creationId xmlns:a16="http://schemas.microsoft.com/office/drawing/2014/main" id="{DC966F63-8D01-10B6-AA92-9734AB0757C2}"/>
                  </a:ext>
                </a:extLst>
              </p:cNvPr>
              <p:cNvSpPr/>
              <p:nvPr/>
            </p:nvSpPr>
            <p:spPr>
              <a:xfrm rot="4367413">
                <a:off x="11992206" y="10988047"/>
                <a:ext cx="93600" cy="93685"/>
              </a:xfrm>
              <a:custGeom>
                <a:avLst/>
                <a:gdLst>
                  <a:gd name="csX0" fmla="*/ 0 w 93600"/>
                  <a:gd name="csY0" fmla="*/ 46843 h 93685"/>
                  <a:gd name="csX1" fmla="*/ 46800 w 93600"/>
                  <a:gd name="csY1" fmla="*/ 0 h 93685"/>
                  <a:gd name="csX2" fmla="*/ 93600 w 93600"/>
                  <a:gd name="csY2" fmla="*/ 46843 h 93685"/>
                  <a:gd name="csX3" fmla="*/ 46800 w 93600"/>
                  <a:gd name="csY3" fmla="*/ 93686 h 93685"/>
                  <a:gd name="csX4" fmla="*/ 0 w 93600"/>
                  <a:gd name="csY4" fmla="*/ 46843 h 93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3600" h="93685" fill="none" extrusionOk="0">
                    <a:moveTo>
                      <a:pt x="0" y="46843"/>
                    </a:moveTo>
                    <a:cubicBezTo>
                      <a:pt x="159" y="19706"/>
                      <a:pt x="18297" y="-2006"/>
                      <a:pt x="46800" y="0"/>
                    </a:cubicBezTo>
                    <a:cubicBezTo>
                      <a:pt x="70472" y="-539"/>
                      <a:pt x="93582" y="25813"/>
                      <a:pt x="93600" y="46843"/>
                    </a:cubicBezTo>
                    <a:cubicBezTo>
                      <a:pt x="90787" y="75681"/>
                      <a:pt x="67430" y="91574"/>
                      <a:pt x="46800" y="93686"/>
                    </a:cubicBezTo>
                    <a:cubicBezTo>
                      <a:pt x="23622" y="94879"/>
                      <a:pt x="-744" y="73523"/>
                      <a:pt x="0" y="46843"/>
                    </a:cubicBezTo>
                    <a:close/>
                  </a:path>
                  <a:path w="93600" h="93685" stroke="0" extrusionOk="0">
                    <a:moveTo>
                      <a:pt x="0" y="46843"/>
                    </a:moveTo>
                    <a:cubicBezTo>
                      <a:pt x="-1156" y="21524"/>
                      <a:pt x="21229" y="3067"/>
                      <a:pt x="46800" y="0"/>
                    </a:cubicBezTo>
                    <a:cubicBezTo>
                      <a:pt x="74310" y="849"/>
                      <a:pt x="87829" y="21537"/>
                      <a:pt x="93600" y="46843"/>
                    </a:cubicBezTo>
                    <a:cubicBezTo>
                      <a:pt x="94461" y="70793"/>
                      <a:pt x="71662" y="99185"/>
                      <a:pt x="46800" y="93686"/>
                    </a:cubicBezTo>
                    <a:cubicBezTo>
                      <a:pt x="20939" y="96794"/>
                      <a:pt x="-2310" y="67495"/>
                      <a:pt x="0" y="46843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822367272">
                      <a:custGeom>
                        <a:avLst/>
                        <a:gdLst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253" h="66158" fill="none" extrusionOk="0">
                            <a:moveTo>
                              <a:pt x="0" y="33079"/>
                            </a:moveTo>
                            <a:cubicBezTo>
                              <a:pt x="486" y="10707"/>
                              <a:pt x="7810" y="-2790"/>
                              <a:pt x="24626" y="0"/>
                            </a:cubicBezTo>
                            <a:cubicBezTo>
                              <a:pt x="34502" y="-1020"/>
                              <a:pt x="49231" y="21324"/>
                              <a:pt x="49253" y="33079"/>
                            </a:cubicBezTo>
                            <a:cubicBezTo>
                              <a:pt x="46320" y="54975"/>
                              <a:pt x="34992" y="64468"/>
                              <a:pt x="24626" y="66158"/>
                            </a:cubicBezTo>
                            <a:cubicBezTo>
                              <a:pt x="14905" y="68107"/>
                              <a:pt x="-2285" y="53977"/>
                              <a:pt x="0" y="33079"/>
                            </a:cubicBezTo>
                            <a:close/>
                          </a:path>
                          <a:path w="49253" h="66158" stroke="0" extrusionOk="0">
                            <a:moveTo>
                              <a:pt x="0" y="33079"/>
                            </a:moveTo>
                            <a:cubicBezTo>
                              <a:pt x="-1779" y="14833"/>
                              <a:pt x="12228" y="956"/>
                              <a:pt x="24626" y="0"/>
                            </a:cubicBezTo>
                            <a:cubicBezTo>
                              <a:pt x="37058" y="466"/>
                              <a:pt x="44073" y="17792"/>
                              <a:pt x="49253" y="33079"/>
                            </a:cubicBezTo>
                            <a:cubicBezTo>
                              <a:pt x="48188" y="49709"/>
                              <a:pt x="36623" y="69500"/>
                              <a:pt x="24626" y="66158"/>
                            </a:cubicBezTo>
                            <a:cubicBezTo>
                              <a:pt x="10750" y="68987"/>
                              <a:pt x="-3675" y="48408"/>
                              <a:pt x="0" y="33079"/>
                            </a:cubicBezTo>
                            <a:close/>
                          </a:path>
                          <a:path w="49253" h="66158" fill="none" stroke="0" extrusionOk="0">
                            <a:moveTo>
                              <a:pt x="0" y="33079"/>
                            </a:moveTo>
                            <a:cubicBezTo>
                              <a:pt x="-1107" y="14482"/>
                              <a:pt x="9780" y="275"/>
                              <a:pt x="24626" y="0"/>
                            </a:cubicBezTo>
                            <a:cubicBezTo>
                              <a:pt x="38923" y="559"/>
                              <a:pt x="47500" y="18399"/>
                              <a:pt x="49253" y="33079"/>
                            </a:cubicBezTo>
                            <a:cubicBezTo>
                              <a:pt x="47975" y="52992"/>
                              <a:pt x="35122" y="66676"/>
                              <a:pt x="24626" y="66158"/>
                            </a:cubicBezTo>
                            <a:cubicBezTo>
                              <a:pt x="12423" y="68545"/>
                              <a:pt x="-2197" y="47844"/>
                              <a:pt x="0" y="33079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2" name="Oval 144">
                <a:extLst>
                  <a:ext uri="{FF2B5EF4-FFF2-40B4-BE49-F238E27FC236}">
                    <a16:creationId xmlns:a16="http://schemas.microsoft.com/office/drawing/2014/main" id="{AF47F414-6BC8-AAF3-3CD8-C8EA5F70AA14}"/>
                  </a:ext>
                </a:extLst>
              </p:cNvPr>
              <p:cNvSpPr/>
              <p:nvPr/>
            </p:nvSpPr>
            <p:spPr>
              <a:xfrm rot="4367413">
                <a:off x="12106506" y="10591807"/>
                <a:ext cx="93600" cy="93685"/>
              </a:xfrm>
              <a:custGeom>
                <a:avLst/>
                <a:gdLst>
                  <a:gd name="csX0" fmla="*/ 0 w 93600"/>
                  <a:gd name="csY0" fmla="*/ 46843 h 93685"/>
                  <a:gd name="csX1" fmla="*/ 46800 w 93600"/>
                  <a:gd name="csY1" fmla="*/ 0 h 93685"/>
                  <a:gd name="csX2" fmla="*/ 93600 w 93600"/>
                  <a:gd name="csY2" fmla="*/ 46843 h 93685"/>
                  <a:gd name="csX3" fmla="*/ 46800 w 93600"/>
                  <a:gd name="csY3" fmla="*/ 93686 h 93685"/>
                  <a:gd name="csX4" fmla="*/ 0 w 93600"/>
                  <a:gd name="csY4" fmla="*/ 46843 h 93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3600" h="93685" fill="none" extrusionOk="0">
                    <a:moveTo>
                      <a:pt x="0" y="46843"/>
                    </a:moveTo>
                    <a:cubicBezTo>
                      <a:pt x="-1534" y="21176"/>
                      <a:pt x="19661" y="-47"/>
                      <a:pt x="46800" y="0"/>
                    </a:cubicBezTo>
                    <a:cubicBezTo>
                      <a:pt x="70301" y="6004"/>
                      <a:pt x="96506" y="15669"/>
                      <a:pt x="93600" y="46843"/>
                    </a:cubicBezTo>
                    <a:cubicBezTo>
                      <a:pt x="99306" y="71751"/>
                      <a:pt x="74325" y="98236"/>
                      <a:pt x="46800" y="93686"/>
                    </a:cubicBezTo>
                    <a:cubicBezTo>
                      <a:pt x="20846" y="92319"/>
                      <a:pt x="4699" y="72481"/>
                      <a:pt x="0" y="46843"/>
                    </a:cubicBezTo>
                    <a:close/>
                  </a:path>
                  <a:path w="93600" h="93685" stroke="0" extrusionOk="0">
                    <a:moveTo>
                      <a:pt x="0" y="46843"/>
                    </a:moveTo>
                    <a:cubicBezTo>
                      <a:pt x="-377" y="23499"/>
                      <a:pt x="23412" y="-1007"/>
                      <a:pt x="46800" y="0"/>
                    </a:cubicBezTo>
                    <a:cubicBezTo>
                      <a:pt x="72867" y="-3071"/>
                      <a:pt x="90428" y="23215"/>
                      <a:pt x="93600" y="46843"/>
                    </a:cubicBezTo>
                    <a:cubicBezTo>
                      <a:pt x="94224" y="69031"/>
                      <a:pt x="74060" y="97917"/>
                      <a:pt x="46800" y="93686"/>
                    </a:cubicBezTo>
                    <a:cubicBezTo>
                      <a:pt x="22643" y="96386"/>
                      <a:pt x="2675" y="71901"/>
                      <a:pt x="0" y="46843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441006927">
                      <a:custGeom>
                        <a:avLst/>
                        <a:gdLst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253" h="66158" fill="none" extrusionOk="0">
                            <a:moveTo>
                              <a:pt x="0" y="33079"/>
                            </a:moveTo>
                            <a:cubicBezTo>
                              <a:pt x="-2646" y="15197"/>
                              <a:pt x="9843" y="-52"/>
                              <a:pt x="24626" y="0"/>
                            </a:cubicBezTo>
                            <a:cubicBezTo>
                              <a:pt x="36683" y="5031"/>
                              <a:pt x="51550" y="9663"/>
                              <a:pt x="49253" y="33079"/>
                            </a:cubicBezTo>
                            <a:cubicBezTo>
                              <a:pt x="52879" y="50563"/>
                              <a:pt x="39282" y="69836"/>
                              <a:pt x="24626" y="66158"/>
                            </a:cubicBezTo>
                            <a:cubicBezTo>
                              <a:pt x="10869" y="63923"/>
                              <a:pt x="4953" y="51061"/>
                              <a:pt x="0" y="33079"/>
                            </a:cubicBezTo>
                            <a:close/>
                          </a:path>
                          <a:path w="49253" h="66158" stroke="0" extrusionOk="0">
                            <a:moveTo>
                              <a:pt x="0" y="33079"/>
                            </a:moveTo>
                            <a:cubicBezTo>
                              <a:pt x="34" y="16809"/>
                              <a:pt x="13749" y="-3330"/>
                              <a:pt x="24626" y="0"/>
                            </a:cubicBezTo>
                            <a:cubicBezTo>
                              <a:pt x="34747" y="-2213"/>
                              <a:pt x="45318" y="15217"/>
                              <a:pt x="49253" y="33079"/>
                            </a:cubicBezTo>
                            <a:cubicBezTo>
                              <a:pt x="50985" y="49690"/>
                              <a:pt x="41610" y="67978"/>
                              <a:pt x="24626" y="66158"/>
                            </a:cubicBezTo>
                            <a:cubicBezTo>
                              <a:pt x="13615" y="64764"/>
                              <a:pt x="-269" y="54349"/>
                              <a:pt x="0" y="33079"/>
                            </a:cubicBezTo>
                            <a:close/>
                          </a:path>
                          <a:path w="49253" h="66158" fill="none" stroke="0" extrusionOk="0">
                            <a:moveTo>
                              <a:pt x="0" y="33079"/>
                            </a:moveTo>
                            <a:cubicBezTo>
                              <a:pt x="-1074" y="16731"/>
                              <a:pt x="13469" y="-1314"/>
                              <a:pt x="24626" y="0"/>
                            </a:cubicBezTo>
                            <a:cubicBezTo>
                              <a:pt x="37148" y="2060"/>
                              <a:pt x="47757" y="13205"/>
                              <a:pt x="49253" y="33079"/>
                            </a:cubicBezTo>
                            <a:cubicBezTo>
                              <a:pt x="52756" y="47710"/>
                              <a:pt x="39303" y="69948"/>
                              <a:pt x="24626" y="66158"/>
                            </a:cubicBezTo>
                            <a:cubicBezTo>
                              <a:pt x="11559" y="66135"/>
                              <a:pt x="4095" y="50691"/>
                              <a:pt x="0" y="33079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3" name="Oval 145">
                <a:extLst>
                  <a:ext uri="{FF2B5EF4-FFF2-40B4-BE49-F238E27FC236}">
                    <a16:creationId xmlns:a16="http://schemas.microsoft.com/office/drawing/2014/main" id="{8BF82ADF-008D-5476-B9DB-9311E8FCEE9B}"/>
                  </a:ext>
                </a:extLst>
              </p:cNvPr>
              <p:cNvSpPr/>
              <p:nvPr/>
            </p:nvSpPr>
            <p:spPr>
              <a:xfrm rot="4367413">
                <a:off x="11466426" y="10828027"/>
                <a:ext cx="93600" cy="93685"/>
              </a:xfrm>
              <a:custGeom>
                <a:avLst/>
                <a:gdLst>
                  <a:gd name="csX0" fmla="*/ 0 w 93600"/>
                  <a:gd name="csY0" fmla="*/ 46843 h 93685"/>
                  <a:gd name="csX1" fmla="*/ 46800 w 93600"/>
                  <a:gd name="csY1" fmla="*/ 0 h 93685"/>
                  <a:gd name="csX2" fmla="*/ 93600 w 93600"/>
                  <a:gd name="csY2" fmla="*/ 46843 h 93685"/>
                  <a:gd name="csX3" fmla="*/ 46800 w 93600"/>
                  <a:gd name="csY3" fmla="*/ 93686 h 93685"/>
                  <a:gd name="csX4" fmla="*/ 0 w 93600"/>
                  <a:gd name="csY4" fmla="*/ 46843 h 93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3600" h="93685" fill="none" extrusionOk="0">
                    <a:moveTo>
                      <a:pt x="0" y="46843"/>
                    </a:moveTo>
                    <a:cubicBezTo>
                      <a:pt x="-879" y="23167"/>
                      <a:pt x="17719" y="4065"/>
                      <a:pt x="46800" y="0"/>
                    </a:cubicBezTo>
                    <a:cubicBezTo>
                      <a:pt x="70167" y="502"/>
                      <a:pt x="91339" y="22497"/>
                      <a:pt x="93600" y="46843"/>
                    </a:cubicBezTo>
                    <a:cubicBezTo>
                      <a:pt x="95343" y="75617"/>
                      <a:pt x="69867" y="93009"/>
                      <a:pt x="46800" y="93686"/>
                    </a:cubicBezTo>
                    <a:cubicBezTo>
                      <a:pt x="15710" y="91121"/>
                      <a:pt x="2836" y="77528"/>
                      <a:pt x="0" y="46843"/>
                    </a:cubicBezTo>
                    <a:close/>
                  </a:path>
                  <a:path w="93600" h="93685" stroke="0" extrusionOk="0">
                    <a:moveTo>
                      <a:pt x="0" y="46843"/>
                    </a:moveTo>
                    <a:cubicBezTo>
                      <a:pt x="4884" y="22988"/>
                      <a:pt x="23243" y="-930"/>
                      <a:pt x="46800" y="0"/>
                    </a:cubicBezTo>
                    <a:cubicBezTo>
                      <a:pt x="73031" y="532"/>
                      <a:pt x="98329" y="23490"/>
                      <a:pt x="93600" y="46843"/>
                    </a:cubicBezTo>
                    <a:cubicBezTo>
                      <a:pt x="95965" y="77746"/>
                      <a:pt x="70846" y="89372"/>
                      <a:pt x="46800" y="93686"/>
                    </a:cubicBezTo>
                    <a:cubicBezTo>
                      <a:pt x="21216" y="94544"/>
                      <a:pt x="109" y="71647"/>
                      <a:pt x="0" y="46843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3245893177">
                      <a:custGeom>
                        <a:avLst/>
                        <a:gdLst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253" h="66158" fill="none" extrusionOk="0">
                            <a:moveTo>
                              <a:pt x="0" y="33079"/>
                            </a:moveTo>
                            <a:cubicBezTo>
                              <a:pt x="-818" y="17247"/>
                              <a:pt x="7060" y="5714"/>
                              <a:pt x="24626" y="0"/>
                            </a:cubicBezTo>
                            <a:cubicBezTo>
                              <a:pt x="34626" y="819"/>
                              <a:pt x="45768" y="17433"/>
                              <a:pt x="49253" y="33079"/>
                            </a:cubicBezTo>
                            <a:cubicBezTo>
                              <a:pt x="51212" y="55133"/>
                              <a:pt x="36365" y="65583"/>
                              <a:pt x="24626" y="66158"/>
                            </a:cubicBezTo>
                            <a:cubicBezTo>
                              <a:pt x="6251" y="63361"/>
                              <a:pt x="2815" y="56995"/>
                              <a:pt x="0" y="33079"/>
                            </a:cubicBezTo>
                            <a:close/>
                          </a:path>
                          <a:path w="49253" h="66158" stroke="0" extrusionOk="0">
                            <a:moveTo>
                              <a:pt x="0" y="33079"/>
                            </a:moveTo>
                            <a:cubicBezTo>
                              <a:pt x="879" y="17314"/>
                              <a:pt x="11949" y="-3710"/>
                              <a:pt x="24626" y="0"/>
                            </a:cubicBezTo>
                            <a:cubicBezTo>
                              <a:pt x="38597" y="884"/>
                              <a:pt x="49385" y="18160"/>
                              <a:pt x="49253" y="33079"/>
                            </a:cubicBezTo>
                            <a:cubicBezTo>
                              <a:pt x="51033" y="56662"/>
                              <a:pt x="39028" y="61370"/>
                              <a:pt x="24626" y="66158"/>
                            </a:cubicBezTo>
                            <a:cubicBezTo>
                              <a:pt x="7335" y="67542"/>
                              <a:pt x="1197" y="50759"/>
                              <a:pt x="0" y="33079"/>
                            </a:cubicBezTo>
                            <a:close/>
                          </a:path>
                          <a:path w="49253" h="66158" fill="none" stroke="0" extrusionOk="0">
                            <a:moveTo>
                              <a:pt x="0" y="33079"/>
                            </a:moveTo>
                            <a:cubicBezTo>
                              <a:pt x="2301" y="17500"/>
                              <a:pt x="12446" y="1602"/>
                              <a:pt x="24626" y="0"/>
                            </a:cubicBezTo>
                            <a:cubicBezTo>
                              <a:pt x="38278" y="2231"/>
                              <a:pt x="51065" y="17485"/>
                              <a:pt x="49253" y="33079"/>
                            </a:cubicBezTo>
                            <a:cubicBezTo>
                              <a:pt x="50829" y="54799"/>
                              <a:pt x="35796" y="63361"/>
                              <a:pt x="24626" y="66158"/>
                            </a:cubicBezTo>
                            <a:cubicBezTo>
                              <a:pt x="9070" y="66970"/>
                              <a:pt x="1617" y="53518"/>
                              <a:pt x="0" y="33079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4" name="Oval 146">
                <a:extLst>
                  <a:ext uri="{FF2B5EF4-FFF2-40B4-BE49-F238E27FC236}">
                    <a16:creationId xmlns:a16="http://schemas.microsoft.com/office/drawing/2014/main" id="{49FD548F-3AEB-A121-0108-C02CECD8A32C}"/>
                  </a:ext>
                </a:extLst>
              </p:cNvPr>
              <p:cNvSpPr/>
              <p:nvPr/>
            </p:nvSpPr>
            <p:spPr>
              <a:xfrm rot="4367413">
                <a:off x="12175086" y="10759447"/>
                <a:ext cx="93600" cy="93685"/>
              </a:xfrm>
              <a:custGeom>
                <a:avLst/>
                <a:gdLst>
                  <a:gd name="csX0" fmla="*/ 0 w 93600"/>
                  <a:gd name="csY0" fmla="*/ 46843 h 93685"/>
                  <a:gd name="csX1" fmla="*/ 46800 w 93600"/>
                  <a:gd name="csY1" fmla="*/ 0 h 93685"/>
                  <a:gd name="csX2" fmla="*/ 93600 w 93600"/>
                  <a:gd name="csY2" fmla="*/ 46843 h 93685"/>
                  <a:gd name="csX3" fmla="*/ 46800 w 93600"/>
                  <a:gd name="csY3" fmla="*/ 93686 h 93685"/>
                  <a:gd name="csX4" fmla="*/ 0 w 93600"/>
                  <a:gd name="csY4" fmla="*/ 46843 h 93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3600" h="93685" fill="none" extrusionOk="0">
                    <a:moveTo>
                      <a:pt x="0" y="46843"/>
                    </a:moveTo>
                    <a:cubicBezTo>
                      <a:pt x="4116" y="18454"/>
                      <a:pt x="22282" y="2978"/>
                      <a:pt x="46800" y="0"/>
                    </a:cubicBezTo>
                    <a:cubicBezTo>
                      <a:pt x="76339" y="-4019"/>
                      <a:pt x="92584" y="21327"/>
                      <a:pt x="93600" y="46843"/>
                    </a:cubicBezTo>
                    <a:cubicBezTo>
                      <a:pt x="95894" y="70679"/>
                      <a:pt x="71113" y="94837"/>
                      <a:pt x="46800" y="93686"/>
                    </a:cubicBezTo>
                    <a:cubicBezTo>
                      <a:pt x="18233" y="95003"/>
                      <a:pt x="-1074" y="73329"/>
                      <a:pt x="0" y="46843"/>
                    </a:cubicBezTo>
                    <a:close/>
                  </a:path>
                  <a:path w="93600" h="93685" stroke="0" extrusionOk="0">
                    <a:moveTo>
                      <a:pt x="0" y="46843"/>
                    </a:moveTo>
                    <a:cubicBezTo>
                      <a:pt x="3999" y="23202"/>
                      <a:pt x="25440" y="3376"/>
                      <a:pt x="46800" y="0"/>
                    </a:cubicBezTo>
                    <a:cubicBezTo>
                      <a:pt x="76988" y="-1370"/>
                      <a:pt x="93927" y="20468"/>
                      <a:pt x="93600" y="46843"/>
                    </a:cubicBezTo>
                    <a:cubicBezTo>
                      <a:pt x="92643" y="67193"/>
                      <a:pt x="70873" y="91401"/>
                      <a:pt x="46800" y="93686"/>
                    </a:cubicBezTo>
                    <a:cubicBezTo>
                      <a:pt x="15809" y="91749"/>
                      <a:pt x="-4483" y="75259"/>
                      <a:pt x="0" y="46843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2807969458">
                      <a:custGeom>
                        <a:avLst/>
                        <a:gdLst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  <a:gd name="connsiteX0" fmla="*/ 0 w 49253"/>
                          <a:gd name="connsiteY0" fmla="*/ 33079 h 66158"/>
                          <a:gd name="connsiteX1" fmla="*/ 24626 w 49253"/>
                          <a:gd name="connsiteY1" fmla="*/ 0 h 66158"/>
                          <a:gd name="connsiteX2" fmla="*/ 49253 w 49253"/>
                          <a:gd name="connsiteY2" fmla="*/ 33079 h 66158"/>
                          <a:gd name="connsiteX3" fmla="*/ 24626 w 49253"/>
                          <a:gd name="connsiteY3" fmla="*/ 66158 h 66158"/>
                          <a:gd name="connsiteX4" fmla="*/ 0 w 49253"/>
                          <a:gd name="connsiteY4" fmla="*/ 33079 h 661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253" h="66158" fill="none" extrusionOk="0">
                            <a:moveTo>
                              <a:pt x="0" y="33079"/>
                            </a:moveTo>
                            <a:cubicBezTo>
                              <a:pt x="4183" y="11797"/>
                              <a:pt x="12938" y="4822"/>
                              <a:pt x="24626" y="0"/>
                            </a:cubicBezTo>
                            <a:cubicBezTo>
                              <a:pt x="42617" y="-5503"/>
                              <a:pt x="46632" y="15789"/>
                              <a:pt x="49253" y="33079"/>
                            </a:cubicBezTo>
                            <a:cubicBezTo>
                              <a:pt x="51252" y="49209"/>
                              <a:pt x="36119" y="67947"/>
                              <a:pt x="24626" y="66158"/>
                            </a:cubicBezTo>
                            <a:cubicBezTo>
                              <a:pt x="5953" y="68851"/>
                              <a:pt x="-2842" y="53086"/>
                              <a:pt x="0" y="33079"/>
                            </a:cubicBezTo>
                            <a:close/>
                          </a:path>
                          <a:path w="49253" h="66158" stroke="0" extrusionOk="0">
                            <a:moveTo>
                              <a:pt x="0" y="33079"/>
                            </a:moveTo>
                            <a:cubicBezTo>
                              <a:pt x="2820" y="17547"/>
                              <a:pt x="13389" y="850"/>
                              <a:pt x="24626" y="0"/>
                            </a:cubicBezTo>
                            <a:cubicBezTo>
                              <a:pt x="42872" y="-700"/>
                              <a:pt x="51324" y="12426"/>
                              <a:pt x="49253" y="33079"/>
                            </a:cubicBezTo>
                            <a:cubicBezTo>
                              <a:pt x="48119" y="47378"/>
                              <a:pt x="40451" y="64755"/>
                              <a:pt x="24626" y="66158"/>
                            </a:cubicBezTo>
                            <a:cubicBezTo>
                              <a:pt x="7651" y="62593"/>
                              <a:pt x="-5326" y="52286"/>
                              <a:pt x="0" y="33079"/>
                            </a:cubicBezTo>
                            <a:close/>
                          </a:path>
                          <a:path w="49253" h="66158" fill="none" stroke="0" extrusionOk="0">
                            <a:moveTo>
                              <a:pt x="0" y="33079"/>
                            </a:moveTo>
                            <a:cubicBezTo>
                              <a:pt x="2546" y="13243"/>
                              <a:pt x="12566" y="2736"/>
                              <a:pt x="24626" y="0"/>
                            </a:cubicBezTo>
                            <a:cubicBezTo>
                              <a:pt x="40984" y="-3096"/>
                              <a:pt x="49786" y="13413"/>
                              <a:pt x="49253" y="33079"/>
                            </a:cubicBezTo>
                            <a:cubicBezTo>
                              <a:pt x="50020" y="47372"/>
                              <a:pt x="35918" y="65037"/>
                              <a:pt x="24626" y="66158"/>
                            </a:cubicBezTo>
                            <a:cubicBezTo>
                              <a:pt x="8719" y="66758"/>
                              <a:pt x="-3387" y="53385"/>
                              <a:pt x="0" y="33079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5" name="Oval 147">
                <a:extLst>
                  <a:ext uri="{FF2B5EF4-FFF2-40B4-BE49-F238E27FC236}">
                    <a16:creationId xmlns:a16="http://schemas.microsoft.com/office/drawing/2014/main" id="{AC9FE961-5DBD-1427-6152-3FE49EE95AF1}"/>
                  </a:ext>
                </a:extLst>
              </p:cNvPr>
              <p:cNvSpPr/>
              <p:nvPr/>
            </p:nvSpPr>
            <p:spPr>
              <a:xfrm rot="4367413">
                <a:off x="11834908" y="10642465"/>
                <a:ext cx="72000" cy="72000"/>
              </a:xfrm>
              <a:custGeom>
                <a:avLst/>
                <a:gdLst>
                  <a:gd name="csX0" fmla="*/ 0 w 72000"/>
                  <a:gd name="csY0" fmla="*/ 36000 h 72000"/>
                  <a:gd name="csX1" fmla="*/ 36000 w 72000"/>
                  <a:gd name="csY1" fmla="*/ 0 h 72000"/>
                  <a:gd name="csX2" fmla="*/ 72000 w 72000"/>
                  <a:gd name="csY2" fmla="*/ 36000 h 72000"/>
                  <a:gd name="csX3" fmla="*/ 36000 w 72000"/>
                  <a:gd name="csY3" fmla="*/ 72000 h 72000"/>
                  <a:gd name="csX4" fmla="*/ 0 w 72000"/>
                  <a:gd name="csY4" fmla="*/ 36000 h 7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2000" h="72000" fill="none" extrusionOk="0">
                    <a:moveTo>
                      <a:pt x="0" y="36000"/>
                    </a:moveTo>
                    <a:cubicBezTo>
                      <a:pt x="1429" y="13235"/>
                      <a:pt x="15774" y="3114"/>
                      <a:pt x="36000" y="0"/>
                    </a:cubicBezTo>
                    <a:cubicBezTo>
                      <a:pt x="52897" y="-2555"/>
                      <a:pt x="71917" y="15484"/>
                      <a:pt x="72000" y="36000"/>
                    </a:cubicBezTo>
                    <a:cubicBezTo>
                      <a:pt x="70422" y="59584"/>
                      <a:pt x="58131" y="70445"/>
                      <a:pt x="36000" y="72000"/>
                    </a:cubicBezTo>
                    <a:cubicBezTo>
                      <a:pt x="12956" y="75687"/>
                      <a:pt x="-512" y="58018"/>
                      <a:pt x="0" y="36000"/>
                    </a:cubicBezTo>
                    <a:close/>
                  </a:path>
                  <a:path w="72000" h="72000" stroke="0" extrusionOk="0">
                    <a:moveTo>
                      <a:pt x="0" y="36000"/>
                    </a:moveTo>
                    <a:cubicBezTo>
                      <a:pt x="-1308" y="17861"/>
                      <a:pt x="13093" y="-1708"/>
                      <a:pt x="36000" y="0"/>
                    </a:cubicBezTo>
                    <a:cubicBezTo>
                      <a:pt x="53336" y="1047"/>
                      <a:pt x="69082" y="20131"/>
                      <a:pt x="72000" y="36000"/>
                    </a:cubicBezTo>
                    <a:cubicBezTo>
                      <a:pt x="75245" y="55109"/>
                      <a:pt x="59468" y="72519"/>
                      <a:pt x="36000" y="72000"/>
                    </a:cubicBezTo>
                    <a:cubicBezTo>
                      <a:pt x="15111" y="75672"/>
                      <a:pt x="3138" y="58315"/>
                      <a:pt x="0" y="36000"/>
                    </a:cubicBezTo>
                    <a:close/>
                  </a:path>
                </a:pathLst>
              </a:custGeom>
              <a:solidFill>
                <a:srgbClr val="B78FA2"/>
              </a:solidFill>
              <a:ln w="28575">
                <a:solidFill>
                  <a:srgbClr val="96607A"/>
                </a:solidFill>
                <a:extLst>
                  <a:ext uri="{C807C97D-BFC1-408E-A445-0C87EB9F89A2}">
                    <ask:lineSketchStyleProps xmlns:ask="http://schemas.microsoft.com/office/drawing/2018/sketchyshapes" sd="1299692609">
                      <a:custGeom>
                        <a:avLst/>
                        <a:gdLst>
                          <a:gd name="connsiteX0" fmla="*/ 0 w 37887"/>
                          <a:gd name="connsiteY0" fmla="*/ 25422 h 50845"/>
                          <a:gd name="connsiteX1" fmla="*/ 18943 w 37887"/>
                          <a:gd name="connsiteY1" fmla="*/ 0 h 50845"/>
                          <a:gd name="connsiteX2" fmla="*/ 37886 w 37887"/>
                          <a:gd name="connsiteY2" fmla="*/ 25422 h 50845"/>
                          <a:gd name="connsiteX3" fmla="*/ 18943 w 37887"/>
                          <a:gd name="connsiteY3" fmla="*/ 50845 h 50845"/>
                          <a:gd name="connsiteX4" fmla="*/ 0 w 37887"/>
                          <a:gd name="connsiteY4" fmla="*/ 25422 h 50845"/>
                          <a:gd name="connsiteX0" fmla="*/ 0 w 37887"/>
                          <a:gd name="connsiteY0" fmla="*/ 25422 h 50845"/>
                          <a:gd name="connsiteX1" fmla="*/ 18943 w 37887"/>
                          <a:gd name="connsiteY1" fmla="*/ 0 h 50845"/>
                          <a:gd name="connsiteX2" fmla="*/ 37886 w 37887"/>
                          <a:gd name="connsiteY2" fmla="*/ 25422 h 50845"/>
                          <a:gd name="connsiteX3" fmla="*/ 18943 w 37887"/>
                          <a:gd name="connsiteY3" fmla="*/ 50845 h 50845"/>
                          <a:gd name="connsiteX4" fmla="*/ 0 w 37887"/>
                          <a:gd name="connsiteY4" fmla="*/ 25422 h 5084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7887" h="50845" fill="none" extrusionOk="0">
                            <a:moveTo>
                              <a:pt x="0" y="25422"/>
                            </a:moveTo>
                            <a:cubicBezTo>
                              <a:pt x="857" y="9131"/>
                              <a:pt x="8272" y="2449"/>
                              <a:pt x="18943" y="0"/>
                            </a:cubicBezTo>
                            <a:cubicBezTo>
                              <a:pt x="27041" y="-2484"/>
                              <a:pt x="37422" y="7728"/>
                              <a:pt x="37886" y="25422"/>
                            </a:cubicBezTo>
                            <a:cubicBezTo>
                              <a:pt x="36231" y="44012"/>
                              <a:pt x="32610" y="48349"/>
                              <a:pt x="18943" y="50845"/>
                            </a:cubicBezTo>
                            <a:cubicBezTo>
                              <a:pt x="5047" y="55512"/>
                              <a:pt x="-666" y="42625"/>
                              <a:pt x="0" y="25422"/>
                            </a:cubicBezTo>
                            <a:close/>
                          </a:path>
                          <a:path w="37887" h="50845" stroke="0" extrusionOk="0">
                            <a:moveTo>
                              <a:pt x="0" y="25422"/>
                            </a:moveTo>
                            <a:cubicBezTo>
                              <a:pt x="-3185" y="13048"/>
                              <a:pt x="7178" y="-1754"/>
                              <a:pt x="18943" y="0"/>
                            </a:cubicBezTo>
                            <a:cubicBezTo>
                              <a:pt x="28864" y="-1315"/>
                              <a:pt x="34163" y="13147"/>
                              <a:pt x="37886" y="25422"/>
                            </a:cubicBezTo>
                            <a:cubicBezTo>
                              <a:pt x="39448" y="38049"/>
                              <a:pt x="30269" y="50722"/>
                              <a:pt x="18943" y="50845"/>
                            </a:cubicBezTo>
                            <a:cubicBezTo>
                              <a:pt x="11124" y="52982"/>
                              <a:pt x="-1033" y="39304"/>
                              <a:pt x="0" y="25422"/>
                            </a:cubicBezTo>
                            <a:close/>
                          </a:path>
                          <a:path w="37887" h="50845" fill="none" stroke="0" extrusionOk="0">
                            <a:moveTo>
                              <a:pt x="0" y="25422"/>
                            </a:moveTo>
                            <a:cubicBezTo>
                              <a:pt x="-403" y="10884"/>
                              <a:pt x="6462" y="1161"/>
                              <a:pt x="18943" y="0"/>
                            </a:cubicBezTo>
                            <a:cubicBezTo>
                              <a:pt x="26913" y="-1426"/>
                              <a:pt x="36785" y="12389"/>
                              <a:pt x="37886" y="25422"/>
                            </a:cubicBezTo>
                            <a:cubicBezTo>
                              <a:pt x="39317" y="41538"/>
                              <a:pt x="31210" y="49836"/>
                              <a:pt x="18943" y="50845"/>
                            </a:cubicBezTo>
                            <a:cubicBezTo>
                              <a:pt x="6034" y="56302"/>
                              <a:pt x="404" y="41494"/>
                              <a:pt x="0" y="25422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56" name="Agrupar 155">
              <a:extLst>
                <a:ext uri="{FF2B5EF4-FFF2-40B4-BE49-F238E27FC236}">
                  <a16:creationId xmlns:a16="http://schemas.microsoft.com/office/drawing/2014/main" id="{1CB81E04-EA1E-47B5-478A-83E00E1CD25A}"/>
                </a:ext>
              </a:extLst>
            </p:cNvPr>
            <p:cNvGrpSpPr/>
            <p:nvPr/>
          </p:nvGrpSpPr>
          <p:grpSpPr>
            <a:xfrm rot="19294403">
              <a:off x="511988" y="2391241"/>
              <a:ext cx="607926" cy="453706"/>
              <a:chOff x="4060529" y="3450290"/>
              <a:chExt cx="607926" cy="453706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0942BF2D-073D-59B3-7944-2692884BFD21}"/>
                  </a:ext>
                </a:extLst>
              </p:cNvPr>
              <p:cNvSpPr/>
              <p:nvPr/>
            </p:nvSpPr>
            <p:spPr>
              <a:xfrm rot="1668990" flipH="1">
                <a:off x="4060529" y="3481413"/>
                <a:ext cx="607926" cy="377227"/>
              </a:xfrm>
              <a:prstGeom prst="ellipse">
                <a:avLst/>
              </a:prstGeom>
              <a:solidFill>
                <a:srgbClr val="B78FA2"/>
              </a:solidFill>
              <a:ln w="57150"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58" name="Straight Connector 69">
                <a:extLst>
                  <a:ext uri="{FF2B5EF4-FFF2-40B4-BE49-F238E27FC236}">
                    <a16:creationId xmlns:a16="http://schemas.microsoft.com/office/drawing/2014/main" id="{0EF1AC50-6816-A296-8DA8-D5BFA275B1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31128" y="3632244"/>
                <a:ext cx="76301" cy="97593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70">
                <a:extLst>
                  <a:ext uri="{FF2B5EF4-FFF2-40B4-BE49-F238E27FC236}">
                    <a16:creationId xmlns:a16="http://schemas.microsoft.com/office/drawing/2014/main" id="{076CCF4D-35CC-845F-1C54-6590E1B99426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4524480" y="3564814"/>
                <a:ext cx="1377" cy="92715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71">
                <a:extLst>
                  <a:ext uri="{FF2B5EF4-FFF2-40B4-BE49-F238E27FC236}">
                    <a16:creationId xmlns:a16="http://schemas.microsoft.com/office/drawing/2014/main" id="{B1D6E8C5-17A1-19CD-0D5A-92D2239CC47E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H="1">
                <a:off x="4433771" y="3529203"/>
                <a:ext cx="13067" cy="78702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72">
                <a:extLst>
                  <a:ext uri="{FF2B5EF4-FFF2-40B4-BE49-F238E27FC236}">
                    <a16:creationId xmlns:a16="http://schemas.microsoft.com/office/drawing/2014/main" id="{3518C497-685E-9733-A162-F90495C62C99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 flipH="1">
                <a:off x="4355027" y="3484538"/>
                <a:ext cx="0" cy="88176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73">
                <a:extLst>
                  <a:ext uri="{FF2B5EF4-FFF2-40B4-BE49-F238E27FC236}">
                    <a16:creationId xmlns:a16="http://schemas.microsoft.com/office/drawing/2014/main" id="{CDD1BA97-0716-9E37-AFEA-8729C7FA297D}"/>
                  </a:ext>
                </a:extLst>
              </p:cNvPr>
              <p:cNvCxnSpPr>
                <a:cxnSpLocks/>
              </p:cNvCxnSpPr>
              <p:nvPr/>
            </p:nvCxnSpPr>
            <p:spPr>
              <a:xfrm rot="1505445">
                <a:off x="4233969" y="3450290"/>
                <a:ext cx="25233" cy="99062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75">
                <a:extLst>
                  <a:ext uri="{FF2B5EF4-FFF2-40B4-BE49-F238E27FC236}">
                    <a16:creationId xmlns:a16="http://schemas.microsoft.com/office/drawing/2014/main" id="{2D4EE006-3714-FEDD-6823-CAF27E5BB2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5926" y="3605730"/>
                <a:ext cx="103083" cy="83413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76">
                <a:extLst>
                  <a:ext uri="{FF2B5EF4-FFF2-40B4-BE49-F238E27FC236}">
                    <a16:creationId xmlns:a16="http://schemas.microsoft.com/office/drawing/2014/main" id="{94014723-144C-9C59-392D-CF039DCE07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1154" y="3688787"/>
                <a:ext cx="75228" cy="92554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77">
                <a:extLst>
                  <a:ext uri="{FF2B5EF4-FFF2-40B4-BE49-F238E27FC236}">
                    <a16:creationId xmlns:a16="http://schemas.microsoft.com/office/drawing/2014/main" id="{FE8D0FCF-FBDE-4632-E2F4-FCA8571375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12075" y="3769175"/>
                <a:ext cx="10179" cy="134821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78">
                <a:extLst>
                  <a:ext uri="{FF2B5EF4-FFF2-40B4-BE49-F238E27FC236}">
                    <a16:creationId xmlns:a16="http://schemas.microsoft.com/office/drawing/2014/main" id="{6C8F5643-6ADA-1F59-44C5-5F890F61E3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7614" y="3769598"/>
                <a:ext cx="45296" cy="103951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80">
                <a:extLst>
                  <a:ext uri="{FF2B5EF4-FFF2-40B4-BE49-F238E27FC236}">
                    <a16:creationId xmlns:a16="http://schemas.microsoft.com/office/drawing/2014/main" id="{8B603A53-9F00-2DB0-5AB4-9E60DDCCC8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5034" y="3733989"/>
                <a:ext cx="44952" cy="103729"/>
              </a:xfrm>
              <a:prstGeom prst="line">
                <a:avLst/>
              </a:prstGeom>
              <a:ln w="57150">
                <a:solidFill>
                  <a:srgbClr val="9660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5DC1321E-649C-DADC-1F65-BC394D12EB4E}"/>
                  </a:ext>
                </a:extLst>
              </p:cNvPr>
              <p:cNvSpPr/>
              <p:nvPr/>
            </p:nvSpPr>
            <p:spPr>
              <a:xfrm rot="1505445" flipH="1">
                <a:off x="4439770" y="3757853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62A36497-6B49-AC43-5722-5B3CB36CB739}"/>
                  </a:ext>
                </a:extLst>
              </p:cNvPr>
              <p:cNvSpPr/>
              <p:nvPr/>
            </p:nvSpPr>
            <p:spPr>
              <a:xfrm rot="1505445" flipH="1">
                <a:off x="4275842" y="3612972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79BB3957-3465-804C-C0BA-E9783D48C050}"/>
                  </a:ext>
                </a:extLst>
              </p:cNvPr>
              <p:cNvSpPr/>
              <p:nvPr/>
            </p:nvSpPr>
            <p:spPr>
              <a:xfrm rot="1505445" flipH="1">
                <a:off x="4419209" y="3629995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EF2F017C-5062-D5A1-CCB3-0A9E9FCBDC82}"/>
                  </a:ext>
                </a:extLst>
              </p:cNvPr>
              <p:cNvSpPr/>
              <p:nvPr/>
            </p:nvSpPr>
            <p:spPr>
              <a:xfrm rot="1505445" flipH="1">
                <a:off x="4345011" y="3682858"/>
                <a:ext cx="38444" cy="53148"/>
              </a:xfrm>
              <a:prstGeom prst="ellipse">
                <a:avLst/>
              </a:prstGeom>
              <a:solidFill>
                <a:srgbClr val="96607A"/>
              </a:solidFill>
              <a:ln>
                <a:solidFill>
                  <a:srgbClr val="9660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72" name="Arco 171">
              <a:extLst>
                <a:ext uri="{FF2B5EF4-FFF2-40B4-BE49-F238E27FC236}">
                  <a16:creationId xmlns:a16="http://schemas.microsoft.com/office/drawing/2014/main" id="{EF593BE9-1B86-EC62-89D8-55E13C5CCD0F}"/>
                </a:ext>
              </a:extLst>
            </p:cNvPr>
            <p:cNvSpPr/>
            <p:nvPr/>
          </p:nvSpPr>
          <p:spPr>
            <a:xfrm rot="20196269" flipH="1">
              <a:off x="1259073" y="6224852"/>
              <a:ext cx="1606489" cy="1544666"/>
            </a:xfrm>
            <a:prstGeom prst="arc">
              <a:avLst/>
            </a:prstGeom>
            <a:ln w="38100">
              <a:solidFill>
                <a:srgbClr val="15608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3" name="Arco 172">
              <a:extLst>
                <a:ext uri="{FF2B5EF4-FFF2-40B4-BE49-F238E27FC236}">
                  <a16:creationId xmlns:a16="http://schemas.microsoft.com/office/drawing/2014/main" id="{2FD55398-4EC6-EF04-6E2C-54F79E95D101}"/>
                </a:ext>
              </a:extLst>
            </p:cNvPr>
            <p:cNvSpPr/>
            <p:nvPr/>
          </p:nvSpPr>
          <p:spPr>
            <a:xfrm rot="1403731">
              <a:off x="1834130" y="6193140"/>
              <a:ext cx="1606489" cy="1544666"/>
            </a:xfrm>
            <a:prstGeom prst="arc">
              <a:avLst/>
            </a:prstGeom>
            <a:ln w="38100">
              <a:solidFill>
                <a:srgbClr val="3B7D23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75" name="Conexão reta unidirecional 174">
              <a:extLst>
                <a:ext uri="{FF2B5EF4-FFF2-40B4-BE49-F238E27FC236}">
                  <a16:creationId xmlns:a16="http://schemas.microsoft.com/office/drawing/2014/main" id="{5FD0F8BC-A242-68F2-F02B-6B776574550F}"/>
                </a:ext>
              </a:extLst>
            </p:cNvPr>
            <p:cNvCxnSpPr>
              <a:cxnSpLocks/>
            </p:cNvCxnSpPr>
            <p:nvPr/>
          </p:nvCxnSpPr>
          <p:spPr>
            <a:xfrm>
              <a:off x="4313678" y="6621224"/>
              <a:ext cx="34045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Arco 175">
              <a:extLst>
                <a:ext uri="{FF2B5EF4-FFF2-40B4-BE49-F238E27FC236}">
                  <a16:creationId xmlns:a16="http://schemas.microsoft.com/office/drawing/2014/main" id="{65885BDD-43F5-3F57-5538-634DAA471327}"/>
                </a:ext>
              </a:extLst>
            </p:cNvPr>
            <p:cNvSpPr/>
            <p:nvPr/>
          </p:nvSpPr>
          <p:spPr>
            <a:xfrm rot="17725156" flipH="1">
              <a:off x="1184753" y="3721647"/>
              <a:ext cx="3622966" cy="3592174"/>
            </a:xfrm>
            <a:prstGeom prst="arc">
              <a:avLst>
                <a:gd name="adj1" fmla="val 16842219"/>
                <a:gd name="adj2" fmla="val 18284097"/>
              </a:avLst>
            </a:prstGeom>
            <a:ln w="28575">
              <a:solidFill>
                <a:srgbClr val="156082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rgbClr val="96607A"/>
                </a:solidFill>
              </a:endParaRPr>
            </a:p>
          </p:txBody>
        </p:sp>
        <p:sp>
          <p:nvSpPr>
            <p:cNvPr id="177" name="Retângulo 176">
              <a:extLst>
                <a:ext uri="{FF2B5EF4-FFF2-40B4-BE49-F238E27FC236}">
                  <a16:creationId xmlns:a16="http://schemas.microsoft.com/office/drawing/2014/main" id="{2E188FE5-9C72-3813-9ECF-163362BCED1F}"/>
                </a:ext>
              </a:extLst>
            </p:cNvPr>
            <p:cNvSpPr/>
            <p:nvPr/>
          </p:nvSpPr>
          <p:spPr>
            <a:xfrm>
              <a:off x="7135627" y="4885013"/>
              <a:ext cx="900000" cy="90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8" name="Retângulo 177">
              <a:extLst>
                <a:ext uri="{FF2B5EF4-FFF2-40B4-BE49-F238E27FC236}">
                  <a16:creationId xmlns:a16="http://schemas.microsoft.com/office/drawing/2014/main" id="{F9EE050E-505F-A35C-3559-7E8864561B21}"/>
                </a:ext>
              </a:extLst>
            </p:cNvPr>
            <p:cNvSpPr/>
            <p:nvPr/>
          </p:nvSpPr>
          <p:spPr>
            <a:xfrm>
              <a:off x="7135627" y="5868571"/>
              <a:ext cx="900000" cy="90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2" name="CaixaDeTexto 181">
              <a:extLst>
                <a:ext uri="{FF2B5EF4-FFF2-40B4-BE49-F238E27FC236}">
                  <a16:creationId xmlns:a16="http://schemas.microsoft.com/office/drawing/2014/main" id="{E9092977-A600-6FB8-1B15-C7B937C86DD4}"/>
                </a:ext>
              </a:extLst>
            </p:cNvPr>
            <p:cNvSpPr txBox="1"/>
            <p:nvPr/>
          </p:nvSpPr>
          <p:spPr>
            <a:xfrm>
              <a:off x="7219181" y="4318093"/>
              <a:ext cx="7328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1400" b="1" dirty="0" err="1">
                  <a:solidFill>
                    <a:srgbClr val="E848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</a:t>
              </a:r>
              <a:endParaRPr lang="pt-PT" sz="1400" b="1" dirty="0">
                <a:solidFill>
                  <a:srgbClr val="E8485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PT" sz="1400" b="1" dirty="0">
                  <a:solidFill>
                    <a:srgbClr val="E848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Stress</a:t>
              </a:r>
            </a:p>
          </p:txBody>
        </p: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id="{CF4B0811-D3B7-0D53-BAD8-798EAB3DC27C}"/>
                </a:ext>
              </a:extLst>
            </p:cNvPr>
            <p:cNvSpPr txBox="1"/>
            <p:nvPr/>
          </p:nvSpPr>
          <p:spPr>
            <a:xfrm>
              <a:off x="8165185" y="4318093"/>
              <a:ext cx="8483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1400" b="1" dirty="0" err="1">
                  <a:solidFill>
                    <a:srgbClr val="E848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Without</a:t>
              </a:r>
              <a:endParaRPr lang="pt-PT" sz="1400" b="1" dirty="0">
                <a:solidFill>
                  <a:srgbClr val="E8485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PT" sz="1400" b="1" dirty="0">
                  <a:solidFill>
                    <a:srgbClr val="E848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Stress</a:t>
              </a:r>
            </a:p>
          </p:txBody>
        </p:sp>
        <p:sp>
          <p:nvSpPr>
            <p:cNvPr id="184" name="CaixaDeTexto 183">
              <a:extLst>
                <a:ext uri="{FF2B5EF4-FFF2-40B4-BE49-F238E27FC236}">
                  <a16:creationId xmlns:a16="http://schemas.microsoft.com/office/drawing/2014/main" id="{7D689F88-CC62-B76A-9DBD-ED288190F420}"/>
                </a:ext>
              </a:extLst>
            </p:cNvPr>
            <p:cNvSpPr txBox="1"/>
            <p:nvPr/>
          </p:nvSpPr>
          <p:spPr>
            <a:xfrm>
              <a:off x="6689778" y="5196514"/>
              <a:ext cx="4443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1400" b="1" dirty="0">
                  <a:solidFill>
                    <a:srgbClr val="E848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SG</a:t>
              </a:r>
            </a:p>
          </p:txBody>
        </p:sp>
        <p:sp>
          <p:nvSpPr>
            <p:cNvPr id="185" name="CaixaDeTexto 184">
              <a:extLst>
                <a:ext uri="{FF2B5EF4-FFF2-40B4-BE49-F238E27FC236}">
                  <a16:creationId xmlns:a16="http://schemas.microsoft.com/office/drawing/2014/main" id="{3318EF59-F83C-D56F-2CFF-9BAE900B4924}"/>
                </a:ext>
              </a:extLst>
            </p:cNvPr>
            <p:cNvSpPr txBox="1"/>
            <p:nvPr/>
          </p:nvSpPr>
          <p:spPr>
            <a:xfrm>
              <a:off x="6376391" y="6180072"/>
              <a:ext cx="7825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1400" b="1" dirty="0" err="1">
                  <a:solidFill>
                    <a:srgbClr val="E848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dsRNA</a:t>
              </a:r>
              <a:endParaRPr lang="pt-PT" sz="1400" b="1" dirty="0">
                <a:solidFill>
                  <a:srgbClr val="E8485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Retângulo 186">
              <a:extLst>
                <a:ext uri="{FF2B5EF4-FFF2-40B4-BE49-F238E27FC236}">
                  <a16:creationId xmlns:a16="http://schemas.microsoft.com/office/drawing/2014/main" id="{98A19B95-105D-95DC-5480-8FC9CCE26DD6}"/>
                </a:ext>
              </a:extLst>
            </p:cNvPr>
            <p:cNvSpPr/>
            <p:nvPr/>
          </p:nvSpPr>
          <p:spPr>
            <a:xfrm>
              <a:off x="7135627" y="6812271"/>
              <a:ext cx="900000" cy="90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9" name="CaixaDeTexto 188">
              <a:extLst>
                <a:ext uri="{FF2B5EF4-FFF2-40B4-BE49-F238E27FC236}">
                  <a16:creationId xmlns:a16="http://schemas.microsoft.com/office/drawing/2014/main" id="{2C53FD57-68E9-D78B-643D-19315C67BFB4}"/>
                </a:ext>
              </a:extLst>
            </p:cNvPr>
            <p:cNvSpPr txBox="1"/>
            <p:nvPr/>
          </p:nvSpPr>
          <p:spPr>
            <a:xfrm>
              <a:off x="6588789" y="7123772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1400" b="1" dirty="0">
                  <a:solidFill>
                    <a:srgbClr val="E848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Mito</a:t>
              </a:r>
            </a:p>
          </p:txBody>
        </p:sp>
        <p:sp>
          <p:nvSpPr>
            <p:cNvPr id="190" name="Retângulo 189">
              <a:extLst>
                <a:ext uri="{FF2B5EF4-FFF2-40B4-BE49-F238E27FC236}">
                  <a16:creationId xmlns:a16="http://schemas.microsoft.com/office/drawing/2014/main" id="{FC8A7251-2E83-D207-6E37-72F05B3D085F}"/>
                </a:ext>
              </a:extLst>
            </p:cNvPr>
            <p:cNvSpPr/>
            <p:nvPr/>
          </p:nvSpPr>
          <p:spPr>
            <a:xfrm>
              <a:off x="7135627" y="7774925"/>
              <a:ext cx="900000" cy="90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1" name="Retângulo 190">
              <a:extLst>
                <a:ext uri="{FF2B5EF4-FFF2-40B4-BE49-F238E27FC236}">
                  <a16:creationId xmlns:a16="http://schemas.microsoft.com/office/drawing/2014/main" id="{9DF5701F-7CCD-6B2B-2B50-123A7D38C1CA}"/>
                </a:ext>
              </a:extLst>
            </p:cNvPr>
            <p:cNvSpPr/>
            <p:nvPr/>
          </p:nvSpPr>
          <p:spPr>
            <a:xfrm>
              <a:off x="8139339" y="7774925"/>
              <a:ext cx="900000" cy="90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2" name="CaixaDeTexto 191">
              <a:extLst>
                <a:ext uri="{FF2B5EF4-FFF2-40B4-BE49-F238E27FC236}">
                  <a16:creationId xmlns:a16="http://schemas.microsoft.com/office/drawing/2014/main" id="{49F66560-21D4-2A4A-2103-38C967D2C05F}"/>
                </a:ext>
              </a:extLst>
            </p:cNvPr>
            <p:cNvSpPr txBox="1"/>
            <p:nvPr/>
          </p:nvSpPr>
          <p:spPr>
            <a:xfrm>
              <a:off x="6441312" y="8086426"/>
              <a:ext cx="712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1400" b="1" dirty="0" err="1">
                  <a:solidFill>
                    <a:srgbClr val="E848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Merge</a:t>
              </a:r>
              <a:endParaRPr lang="pt-PT" sz="1400" b="1" dirty="0">
                <a:solidFill>
                  <a:srgbClr val="E8485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Retângulo: Cantos Arredondados 195">
              <a:extLst>
                <a:ext uri="{FF2B5EF4-FFF2-40B4-BE49-F238E27FC236}">
                  <a16:creationId xmlns:a16="http://schemas.microsoft.com/office/drawing/2014/main" id="{9C55C43D-D4D9-1B7A-8657-2834FFD1149D}"/>
                </a:ext>
              </a:extLst>
            </p:cNvPr>
            <p:cNvSpPr/>
            <p:nvPr/>
          </p:nvSpPr>
          <p:spPr>
            <a:xfrm>
              <a:off x="7642731" y="6883957"/>
              <a:ext cx="360000" cy="5400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82FB098D-5785-0910-BFB6-72F3CFB82EC5}"/>
                </a:ext>
              </a:extLst>
            </p:cNvPr>
            <p:cNvSpPr/>
            <p:nvPr/>
          </p:nvSpPr>
          <p:spPr>
            <a:xfrm>
              <a:off x="7387852" y="6503166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7539D655-F985-95E3-E2A1-47B361785AD4}"/>
                </a:ext>
              </a:extLst>
            </p:cNvPr>
            <p:cNvSpPr/>
            <p:nvPr/>
          </p:nvSpPr>
          <p:spPr>
            <a:xfrm>
              <a:off x="7290610" y="6402393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7" name="CaixaDeTexto 226">
              <a:extLst>
                <a:ext uri="{FF2B5EF4-FFF2-40B4-BE49-F238E27FC236}">
                  <a16:creationId xmlns:a16="http://schemas.microsoft.com/office/drawing/2014/main" id="{8CF3ACF8-8213-F782-AA8B-7761113FFFC8}"/>
                </a:ext>
              </a:extLst>
            </p:cNvPr>
            <p:cNvSpPr txBox="1"/>
            <p:nvPr/>
          </p:nvSpPr>
          <p:spPr>
            <a:xfrm>
              <a:off x="3053134" y="1264939"/>
              <a:ext cx="10567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Stress</a:t>
              </a:r>
            </a:p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Granule</a:t>
              </a:r>
            </a:p>
          </p:txBody>
        </p:sp>
        <p:sp>
          <p:nvSpPr>
            <p:cNvPr id="236" name="Parêntese direito 235">
              <a:extLst>
                <a:ext uri="{FF2B5EF4-FFF2-40B4-BE49-F238E27FC236}">
                  <a16:creationId xmlns:a16="http://schemas.microsoft.com/office/drawing/2014/main" id="{BA65B0B1-A724-FA9F-6137-732D65346521}"/>
                </a:ext>
              </a:extLst>
            </p:cNvPr>
            <p:cNvSpPr/>
            <p:nvPr/>
          </p:nvSpPr>
          <p:spPr>
            <a:xfrm>
              <a:off x="3935433" y="4367093"/>
              <a:ext cx="356292" cy="4615817"/>
            </a:xfrm>
            <a:prstGeom prst="rightBracke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61F64E69-2D88-4D91-BB52-37163173CF8C}"/>
                </a:ext>
              </a:extLst>
            </p:cNvPr>
            <p:cNvSpPr/>
            <p:nvPr/>
          </p:nvSpPr>
          <p:spPr>
            <a:xfrm>
              <a:off x="7252466" y="5327289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249" name="Conexão reta unidirecional 248">
              <a:extLst>
                <a:ext uri="{FF2B5EF4-FFF2-40B4-BE49-F238E27FC236}">
                  <a16:creationId xmlns:a16="http://schemas.microsoft.com/office/drawing/2014/main" id="{FABD94B7-2C5A-78A4-38A1-437425789C60}"/>
                </a:ext>
              </a:extLst>
            </p:cNvPr>
            <p:cNvCxnSpPr>
              <a:cxnSpLocks/>
            </p:cNvCxnSpPr>
            <p:nvPr/>
          </p:nvCxnSpPr>
          <p:spPr>
            <a:xfrm>
              <a:off x="3784426" y="3145553"/>
              <a:ext cx="1500238" cy="2245458"/>
            </a:xfrm>
            <a:prstGeom prst="straightConnector1">
              <a:avLst/>
            </a:prstGeom>
            <a:ln w="38100">
              <a:solidFill>
                <a:srgbClr val="E8485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Retângulo 252">
              <a:extLst>
                <a:ext uri="{FF2B5EF4-FFF2-40B4-BE49-F238E27FC236}">
                  <a16:creationId xmlns:a16="http://schemas.microsoft.com/office/drawing/2014/main" id="{0514365F-2276-EF10-482D-DF68606E5EEB}"/>
                </a:ext>
              </a:extLst>
            </p:cNvPr>
            <p:cNvSpPr/>
            <p:nvPr/>
          </p:nvSpPr>
          <p:spPr>
            <a:xfrm>
              <a:off x="8139339" y="5868571"/>
              <a:ext cx="900000" cy="90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4" name="Retângulo 253">
              <a:extLst>
                <a:ext uri="{FF2B5EF4-FFF2-40B4-BE49-F238E27FC236}">
                  <a16:creationId xmlns:a16="http://schemas.microsoft.com/office/drawing/2014/main" id="{6D98313A-4E64-C9CC-9A11-59E106FC070B}"/>
                </a:ext>
              </a:extLst>
            </p:cNvPr>
            <p:cNvSpPr/>
            <p:nvPr/>
          </p:nvSpPr>
          <p:spPr>
            <a:xfrm>
              <a:off x="8139339" y="4885013"/>
              <a:ext cx="900000" cy="90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5" name="Retângulo 254">
              <a:extLst>
                <a:ext uri="{FF2B5EF4-FFF2-40B4-BE49-F238E27FC236}">
                  <a16:creationId xmlns:a16="http://schemas.microsoft.com/office/drawing/2014/main" id="{152E732D-B295-64E4-81C2-FE1877E6ABDC}"/>
                </a:ext>
              </a:extLst>
            </p:cNvPr>
            <p:cNvSpPr/>
            <p:nvPr/>
          </p:nvSpPr>
          <p:spPr>
            <a:xfrm>
              <a:off x="8139339" y="6812271"/>
              <a:ext cx="900000" cy="90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8" name="Retângulo: Cantos Arredondados 257">
              <a:extLst>
                <a:ext uri="{FF2B5EF4-FFF2-40B4-BE49-F238E27FC236}">
                  <a16:creationId xmlns:a16="http://schemas.microsoft.com/office/drawing/2014/main" id="{45717E24-28E7-1120-DB19-A8B91547CB2C}"/>
                </a:ext>
              </a:extLst>
            </p:cNvPr>
            <p:cNvSpPr/>
            <p:nvPr/>
          </p:nvSpPr>
          <p:spPr>
            <a:xfrm>
              <a:off x="7642731" y="7849050"/>
              <a:ext cx="360000" cy="5400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2D05B2A6-717D-1579-302D-24FF7820C7B4}"/>
                </a:ext>
              </a:extLst>
            </p:cNvPr>
            <p:cNvSpPr/>
            <p:nvPr/>
          </p:nvSpPr>
          <p:spPr>
            <a:xfrm>
              <a:off x="7657175" y="7854442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8CF1C0FB-8D3A-5A11-18FE-9F3426850BC8}"/>
                </a:ext>
              </a:extLst>
            </p:cNvPr>
            <p:cNvSpPr/>
            <p:nvPr/>
          </p:nvSpPr>
          <p:spPr>
            <a:xfrm>
              <a:off x="7815194" y="7969433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4C94AB58-60D3-5E1A-3E12-401C2ACB576F}"/>
                </a:ext>
              </a:extLst>
            </p:cNvPr>
            <p:cNvSpPr/>
            <p:nvPr/>
          </p:nvSpPr>
          <p:spPr>
            <a:xfrm>
              <a:off x="7646584" y="8078120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3FA75174-170F-9A63-9A4E-76640B382A73}"/>
                </a:ext>
              </a:extLst>
            </p:cNvPr>
            <p:cNvSpPr/>
            <p:nvPr/>
          </p:nvSpPr>
          <p:spPr>
            <a:xfrm>
              <a:off x="7817483" y="8188585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EC1EE7CE-6EC5-315D-F1B3-60232E3A13B0}"/>
                </a:ext>
              </a:extLst>
            </p:cNvPr>
            <p:cNvSpPr/>
            <p:nvPr/>
          </p:nvSpPr>
          <p:spPr>
            <a:xfrm>
              <a:off x="7252466" y="825812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6D65ABF8-BB83-6072-1C85-3A24C302AC8F}"/>
                </a:ext>
              </a:extLst>
            </p:cNvPr>
            <p:cNvSpPr/>
            <p:nvPr/>
          </p:nvSpPr>
          <p:spPr>
            <a:xfrm>
              <a:off x="7387852" y="8404914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3B76A527-5051-E821-A23F-E635BE2668F5}"/>
                </a:ext>
              </a:extLst>
            </p:cNvPr>
            <p:cNvSpPr/>
            <p:nvPr/>
          </p:nvSpPr>
          <p:spPr>
            <a:xfrm>
              <a:off x="7290610" y="8304141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F0F26A2A-A780-E8CD-A0C9-475CBAF67101}"/>
                </a:ext>
              </a:extLst>
            </p:cNvPr>
            <p:cNvSpPr/>
            <p:nvPr/>
          </p:nvSpPr>
          <p:spPr>
            <a:xfrm>
              <a:off x="7657175" y="5931332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BC410C4A-F86C-8CC2-4B7E-C74B9D056087}"/>
                </a:ext>
              </a:extLst>
            </p:cNvPr>
            <p:cNvSpPr/>
            <p:nvPr/>
          </p:nvSpPr>
          <p:spPr>
            <a:xfrm>
              <a:off x="7815194" y="6046323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5B1ADD03-540F-3B3F-57A2-F501C2945413}"/>
                </a:ext>
              </a:extLst>
            </p:cNvPr>
            <p:cNvSpPr/>
            <p:nvPr/>
          </p:nvSpPr>
          <p:spPr>
            <a:xfrm>
              <a:off x="7646584" y="6155010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228F9B9E-4E1F-20BD-18C7-3AC08D4548B2}"/>
                </a:ext>
              </a:extLst>
            </p:cNvPr>
            <p:cNvSpPr/>
            <p:nvPr/>
          </p:nvSpPr>
          <p:spPr>
            <a:xfrm>
              <a:off x="7817483" y="6265475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Retângulo: Cantos Arredondados 270">
              <a:extLst>
                <a:ext uri="{FF2B5EF4-FFF2-40B4-BE49-F238E27FC236}">
                  <a16:creationId xmlns:a16="http://schemas.microsoft.com/office/drawing/2014/main" id="{99369F7F-FA1E-0930-E768-A3CC538ED6F0}"/>
                </a:ext>
              </a:extLst>
            </p:cNvPr>
            <p:cNvSpPr/>
            <p:nvPr/>
          </p:nvSpPr>
          <p:spPr>
            <a:xfrm>
              <a:off x="8631617" y="7849050"/>
              <a:ext cx="360000" cy="5400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EB5C57BF-815C-7599-0BA5-CD96A89147A8}"/>
                </a:ext>
              </a:extLst>
            </p:cNvPr>
            <p:cNvSpPr/>
            <p:nvPr/>
          </p:nvSpPr>
          <p:spPr>
            <a:xfrm>
              <a:off x="8655413" y="7875316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6CA4C151-1699-115A-C190-A1FD35AC6B4C}"/>
                </a:ext>
              </a:extLst>
            </p:cNvPr>
            <p:cNvSpPr/>
            <p:nvPr/>
          </p:nvSpPr>
          <p:spPr>
            <a:xfrm>
              <a:off x="8804077" y="8002813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14F7BA19-4D31-A806-5E3C-B2D3BEA7628E}"/>
                </a:ext>
              </a:extLst>
            </p:cNvPr>
            <p:cNvSpPr/>
            <p:nvPr/>
          </p:nvSpPr>
          <p:spPr>
            <a:xfrm>
              <a:off x="8663888" y="8168120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9" name="Retângulo: Cantos Arredondados 278">
              <a:extLst>
                <a:ext uri="{FF2B5EF4-FFF2-40B4-BE49-F238E27FC236}">
                  <a16:creationId xmlns:a16="http://schemas.microsoft.com/office/drawing/2014/main" id="{DB817D4F-048E-C409-78D6-C4439CD27DD8}"/>
                </a:ext>
              </a:extLst>
            </p:cNvPr>
            <p:cNvSpPr/>
            <p:nvPr/>
          </p:nvSpPr>
          <p:spPr>
            <a:xfrm>
              <a:off x="8627892" y="6883957"/>
              <a:ext cx="360000" cy="5400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8C985456-7AAB-1439-59A3-7E78A3B9AD45}"/>
                </a:ext>
              </a:extLst>
            </p:cNvPr>
            <p:cNvSpPr/>
            <p:nvPr/>
          </p:nvSpPr>
          <p:spPr>
            <a:xfrm>
              <a:off x="8655413" y="5931705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44D28E5B-E6EB-342D-5C3B-7522AFA20ECB}"/>
                </a:ext>
              </a:extLst>
            </p:cNvPr>
            <p:cNvSpPr/>
            <p:nvPr/>
          </p:nvSpPr>
          <p:spPr>
            <a:xfrm>
              <a:off x="8804077" y="6059202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F7EDF132-2337-8AC5-1830-9FB0A077FBD1}"/>
                </a:ext>
              </a:extLst>
            </p:cNvPr>
            <p:cNvSpPr/>
            <p:nvPr/>
          </p:nvSpPr>
          <p:spPr>
            <a:xfrm>
              <a:off x="8663888" y="6224509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8880404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142</TotalTime>
  <Words>47</Words>
  <Application>Microsoft Office PowerPoint</Application>
  <PresentationFormat>Personalizados</PresentationFormat>
  <Paragraphs>32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Joana Jesus</dc:creator>
  <cp:lastModifiedBy>Alexandre Miguel Kaizeler Guedes Da Silva Afonso</cp:lastModifiedBy>
  <cp:revision>3</cp:revision>
  <dcterms:created xsi:type="dcterms:W3CDTF">2026-06-18T09:41:29Z</dcterms:created>
  <dcterms:modified xsi:type="dcterms:W3CDTF">2026-06-18T13:13:23Z</dcterms:modified>
</cp:coreProperties>
</file>